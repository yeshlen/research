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9" r:id="rId3"/>
    <p:sldId id="261" r:id="rId4"/>
    <p:sldId id="262" r:id="rId5"/>
    <p:sldId id="263" r:id="rId6"/>
    <p:sldId id="278" r:id="rId7"/>
    <p:sldId id="264" r:id="rId8"/>
    <p:sldId id="265" r:id="rId9"/>
    <p:sldId id="268" r:id="rId10"/>
    <p:sldId id="269" r:id="rId11"/>
    <p:sldId id="270" r:id="rId12"/>
    <p:sldId id="273" r:id="rId13"/>
    <p:sldId id="274" r:id="rId14"/>
    <p:sldId id="275" r:id="rId15"/>
    <p:sldId id="277" r:id="rId1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CA62BD-A5B4-7F43-963E-56FC98AF1E1E}" v="5" dt="2024-05-07T14:01:21.1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737"/>
  </p:normalViewPr>
  <p:slideViewPr>
    <p:cSldViewPr>
      <p:cViewPr varScale="1">
        <p:scale>
          <a:sx n="114" d="100"/>
          <a:sy n="114" d="100"/>
        </p:scale>
        <p:origin x="16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‹#›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E5796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7E7E7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‹#›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E5796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‹#›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E5796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‹#›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‹#›</a:t>
            </a:fld>
            <a:endParaRPr spc="-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3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11070" y="691337"/>
            <a:ext cx="4721859" cy="168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2E5796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2930696"/>
            <a:ext cx="8030845" cy="264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7E7E7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98068" y="6419210"/>
            <a:ext cx="203517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52790" y="6419210"/>
            <a:ext cx="246379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‹#›</a:t>
            </a:fld>
            <a:endParaRPr spc="-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068" y="6420103"/>
            <a:ext cx="2035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30" dirty="0">
                <a:solidFill>
                  <a:srgbClr val="585858"/>
                </a:solidFill>
                <a:latin typeface="Verdana"/>
                <a:cs typeface="Verdana"/>
              </a:rPr>
              <a:t>C</a:t>
            </a:r>
            <a:r>
              <a:rPr sz="1200" spc="-90" dirty="0">
                <a:solidFill>
                  <a:srgbClr val="585858"/>
                </a:solidFill>
                <a:latin typeface="Verdana"/>
                <a:cs typeface="Verdana"/>
              </a:rPr>
              <a:t>OS7</a:t>
            </a:r>
            <a:r>
              <a:rPr sz="1200" spc="-85" dirty="0">
                <a:solidFill>
                  <a:srgbClr val="585858"/>
                </a:solidFill>
                <a:latin typeface="Verdana"/>
                <a:cs typeface="Verdana"/>
              </a:rPr>
              <a:t>0</a:t>
            </a:r>
            <a:r>
              <a:rPr sz="1200" spc="-100" dirty="0">
                <a:solidFill>
                  <a:srgbClr val="585858"/>
                </a:solidFill>
                <a:latin typeface="Verdana"/>
                <a:cs typeface="Verdana"/>
              </a:rPr>
              <a:t>0</a:t>
            </a:r>
            <a:r>
              <a:rPr sz="1200" spc="-9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200" spc="-105" dirty="0">
                <a:solidFill>
                  <a:srgbClr val="585858"/>
                </a:solidFill>
                <a:latin typeface="Verdana"/>
                <a:cs typeface="Verdana"/>
              </a:rPr>
              <a:t>R</a:t>
            </a:r>
            <a:r>
              <a:rPr sz="1200" spc="5" dirty="0">
                <a:solidFill>
                  <a:srgbClr val="585858"/>
                </a:solidFill>
                <a:latin typeface="Verdana"/>
                <a:cs typeface="Verdana"/>
              </a:rPr>
              <a:t>esearch</a:t>
            </a:r>
            <a:r>
              <a:rPr sz="1200" spc="-9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200" spc="20" dirty="0">
                <a:solidFill>
                  <a:srgbClr val="585858"/>
                </a:solidFill>
                <a:latin typeface="Verdana"/>
                <a:cs typeface="Verdana"/>
              </a:rPr>
              <a:t>Meth</a:t>
            </a:r>
            <a:r>
              <a:rPr sz="1200" spc="25" dirty="0">
                <a:solidFill>
                  <a:srgbClr val="585858"/>
                </a:solidFill>
                <a:latin typeface="Verdana"/>
                <a:cs typeface="Verdana"/>
              </a:rPr>
              <a:t>o</a:t>
            </a:r>
            <a:r>
              <a:rPr sz="1200" spc="70" dirty="0">
                <a:solidFill>
                  <a:srgbClr val="585858"/>
                </a:solidFill>
                <a:latin typeface="Verdana"/>
                <a:cs typeface="Verdana"/>
              </a:rPr>
              <a:t>d</a:t>
            </a:r>
            <a:r>
              <a:rPr sz="1200" spc="-160" dirty="0">
                <a:solidFill>
                  <a:srgbClr val="585858"/>
                </a:solidFill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8200" y="6499859"/>
            <a:ext cx="83820" cy="838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24200" y="3505200"/>
            <a:ext cx="2971800" cy="1821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5760">
              <a:lnSpc>
                <a:spcPct val="125800"/>
              </a:lnSpc>
              <a:spcBef>
                <a:spcPts val="100"/>
              </a:spcBef>
            </a:pPr>
            <a:r>
              <a:rPr sz="2400" spc="70" dirty="0">
                <a:solidFill>
                  <a:srgbClr val="888888"/>
                </a:solidFill>
                <a:latin typeface="Verdana"/>
                <a:cs typeface="Verdana"/>
              </a:rPr>
              <a:t>Le</a:t>
            </a:r>
            <a:r>
              <a:rPr sz="2400" spc="50" dirty="0">
                <a:solidFill>
                  <a:srgbClr val="888888"/>
                </a:solidFill>
                <a:latin typeface="Verdana"/>
                <a:cs typeface="Verdana"/>
              </a:rPr>
              <a:t>c</a:t>
            </a:r>
            <a:r>
              <a:rPr sz="2400" spc="-75" dirty="0">
                <a:solidFill>
                  <a:srgbClr val="888888"/>
                </a:solidFill>
                <a:latin typeface="Verdana"/>
                <a:cs typeface="Verdana"/>
              </a:rPr>
              <a:t>t</a:t>
            </a:r>
            <a:r>
              <a:rPr sz="2400" spc="-114" dirty="0">
                <a:solidFill>
                  <a:srgbClr val="888888"/>
                </a:solidFill>
                <a:latin typeface="Verdana"/>
                <a:cs typeface="Verdana"/>
              </a:rPr>
              <a:t>u</a:t>
            </a:r>
            <a:r>
              <a:rPr sz="2400" spc="-90" dirty="0">
                <a:solidFill>
                  <a:srgbClr val="888888"/>
                </a:solidFill>
                <a:latin typeface="Verdana"/>
                <a:cs typeface="Verdana"/>
              </a:rPr>
              <a:t>re</a:t>
            </a:r>
            <a:r>
              <a:rPr sz="2400" spc="-185" dirty="0">
                <a:solidFill>
                  <a:srgbClr val="888888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888888"/>
                </a:solidFill>
                <a:latin typeface="Verdana"/>
                <a:cs typeface="Verdana"/>
              </a:rPr>
              <a:t>8  </a:t>
            </a:r>
            <a:br>
              <a:rPr lang="en-US" sz="2400" spc="-140" dirty="0">
                <a:solidFill>
                  <a:srgbClr val="888888"/>
                </a:solidFill>
                <a:latin typeface="Verdana"/>
                <a:cs typeface="Verdana"/>
              </a:rPr>
            </a:br>
            <a:r>
              <a:rPr sz="2400" spc="-25" dirty="0">
                <a:solidFill>
                  <a:srgbClr val="888888"/>
                </a:solidFill>
                <a:latin typeface="Verdana"/>
                <a:cs typeface="Verdana"/>
              </a:rPr>
              <a:t>Proje</a:t>
            </a:r>
            <a:r>
              <a:rPr sz="2400" spc="-35" dirty="0">
                <a:solidFill>
                  <a:srgbClr val="888888"/>
                </a:solidFill>
                <a:latin typeface="Verdana"/>
                <a:cs typeface="Verdana"/>
              </a:rPr>
              <a:t>c</a:t>
            </a:r>
            <a:r>
              <a:rPr sz="2400" spc="-135" dirty="0">
                <a:solidFill>
                  <a:srgbClr val="888888"/>
                </a:solidFill>
                <a:latin typeface="Verdana"/>
                <a:cs typeface="Verdana"/>
              </a:rPr>
              <a:t>t</a:t>
            </a:r>
            <a:r>
              <a:rPr sz="2400" spc="-180" dirty="0">
                <a:solidFill>
                  <a:srgbClr val="888888"/>
                </a:solidFill>
                <a:latin typeface="Verdana"/>
                <a:cs typeface="Verdana"/>
              </a:rPr>
              <a:t> </a:t>
            </a:r>
            <a:r>
              <a:rPr sz="2400" spc="-225" dirty="0">
                <a:solidFill>
                  <a:srgbClr val="888888"/>
                </a:solidFill>
                <a:latin typeface="Verdana"/>
                <a:cs typeface="Verdana"/>
              </a:rPr>
              <a:t>R</a:t>
            </a:r>
            <a:r>
              <a:rPr sz="2400" spc="135" dirty="0">
                <a:solidFill>
                  <a:srgbClr val="888888"/>
                </a:solidFill>
                <a:latin typeface="Verdana"/>
                <a:cs typeface="Verdana"/>
              </a:rPr>
              <a:t>e</a:t>
            </a:r>
            <a:r>
              <a:rPr sz="2400" spc="-50" dirty="0">
                <a:solidFill>
                  <a:srgbClr val="888888"/>
                </a:solidFill>
                <a:latin typeface="Verdana"/>
                <a:cs typeface="Verdana"/>
              </a:rPr>
              <a:t>port</a:t>
            </a:r>
            <a:br>
              <a:rPr lang="en-US" sz="2400" spc="-50" dirty="0">
                <a:solidFill>
                  <a:srgbClr val="888888"/>
                </a:solidFill>
                <a:latin typeface="Verdana"/>
                <a:cs typeface="Verdana"/>
              </a:rPr>
            </a:br>
            <a:br>
              <a:rPr lang="en-US" sz="2400" spc="-50" dirty="0">
                <a:solidFill>
                  <a:srgbClr val="888888"/>
                </a:solidFill>
                <a:latin typeface="Verdana"/>
                <a:cs typeface="Verdana"/>
              </a:rPr>
            </a:br>
            <a:r>
              <a:rPr lang="en-US" sz="2400" spc="-50" dirty="0">
                <a:solidFill>
                  <a:srgbClr val="888888"/>
                </a:solidFill>
                <a:latin typeface="Verdana"/>
                <a:cs typeface="Verdana"/>
              </a:rPr>
              <a:t>Date: 22 May 2026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61323" y="1593850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solidFill>
                  <a:srgbClr val="585858"/>
                </a:solidFill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6921344A-C54D-C9C2-3FCF-A9DBE9B4D3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57043" y="683621"/>
            <a:ext cx="3507739" cy="15389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D2C3AE-984C-ADF7-4E24-02EE1E02A3CD}"/>
              </a:ext>
            </a:extLst>
          </p:cNvPr>
          <p:cNvSpPr txBox="1"/>
          <p:nvPr/>
        </p:nvSpPr>
        <p:spPr>
          <a:xfrm>
            <a:off x="3124200" y="221956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2E5796"/>
                </a:solidFill>
                <a:effectLst/>
                <a:uLnTx/>
                <a:uFillTx/>
                <a:latin typeface="Palatino Linotype"/>
                <a:ea typeface="+mj-ea"/>
              </a:rPr>
              <a:t>COS</a:t>
            </a:r>
            <a:r>
              <a:rPr kumimoji="0" lang="en-US" sz="5400" b="0" i="0" u="none" strike="noStrike" kern="0" cap="none" spc="-90" normalizeH="0" baseline="0" noProof="0" dirty="0">
                <a:ln>
                  <a:noFill/>
                </a:ln>
                <a:solidFill>
                  <a:srgbClr val="2E5796"/>
                </a:solidFill>
                <a:effectLst/>
                <a:uLnTx/>
                <a:uFillTx/>
                <a:latin typeface="Palatino Linotype"/>
                <a:ea typeface="+mj-ea"/>
              </a:rPr>
              <a:t> </a:t>
            </a:r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2E5796"/>
                </a:solidFill>
                <a:effectLst/>
                <a:uLnTx/>
                <a:uFillTx/>
                <a:latin typeface="Palatino Linotype"/>
                <a:ea typeface="+mj-ea"/>
              </a:rPr>
              <a:t>700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9F1D43-F5DC-A521-4D1D-1E8A1BA055F6}"/>
              </a:ext>
            </a:extLst>
          </p:cNvPr>
          <p:cNvSpPr txBox="1"/>
          <p:nvPr/>
        </p:nvSpPr>
        <p:spPr>
          <a:xfrm>
            <a:off x="2438400" y="213360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2E5796"/>
                </a:solidFill>
                <a:effectLst/>
                <a:uLnTx/>
                <a:uFillTx/>
                <a:latin typeface="Palatino Linotype"/>
                <a:ea typeface="+mj-ea"/>
              </a:rPr>
              <a:t>Project</a:t>
            </a:r>
            <a:r>
              <a:rPr kumimoji="0" lang="en-US" sz="5400" b="0" i="0" u="none" strike="noStrike" kern="0" cap="none" spc="-80" normalizeH="0" baseline="0" noProof="0" dirty="0">
                <a:ln>
                  <a:noFill/>
                </a:ln>
                <a:solidFill>
                  <a:srgbClr val="2E5796"/>
                </a:solidFill>
                <a:effectLst/>
                <a:uLnTx/>
                <a:uFillTx/>
                <a:latin typeface="Palatino Linotype"/>
                <a:ea typeface="+mj-ea"/>
              </a:rPr>
              <a:t> </a:t>
            </a:r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2E5796"/>
                </a:solidFill>
                <a:effectLst/>
                <a:uLnTx/>
                <a:uFillTx/>
                <a:latin typeface="Palatino Linotype"/>
                <a:ea typeface="+mj-ea"/>
              </a:rPr>
              <a:t>Report</a:t>
            </a:r>
            <a:endParaRPr lang="en-US" dirty="0"/>
          </a:p>
        </p:txBody>
      </p:sp>
      <p:pic>
        <p:nvPicPr>
          <p:cNvPr id="12" name="object 6">
            <a:extLst>
              <a:ext uri="{FF2B5EF4-FFF2-40B4-BE49-F238E27FC236}">
                <a16:creationId xmlns:a16="http://schemas.microsoft.com/office/drawing/2014/main" id="{0ABBD89B-227A-CFD0-52B3-6CFCA1CC0A2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76500" y="2537356"/>
            <a:ext cx="4368673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068" y="6420103"/>
            <a:ext cx="2035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30" dirty="0">
                <a:solidFill>
                  <a:srgbClr val="585858"/>
                </a:solidFill>
                <a:latin typeface="Verdana"/>
                <a:cs typeface="Verdana"/>
              </a:rPr>
              <a:t>C</a:t>
            </a:r>
            <a:r>
              <a:rPr sz="1200" spc="-90" dirty="0">
                <a:solidFill>
                  <a:srgbClr val="585858"/>
                </a:solidFill>
                <a:latin typeface="Verdana"/>
                <a:cs typeface="Verdana"/>
              </a:rPr>
              <a:t>OS7</a:t>
            </a:r>
            <a:r>
              <a:rPr sz="1200" spc="-85" dirty="0">
                <a:solidFill>
                  <a:srgbClr val="585858"/>
                </a:solidFill>
                <a:latin typeface="Verdana"/>
                <a:cs typeface="Verdana"/>
              </a:rPr>
              <a:t>0</a:t>
            </a:r>
            <a:r>
              <a:rPr sz="1200" spc="-100" dirty="0">
                <a:solidFill>
                  <a:srgbClr val="585858"/>
                </a:solidFill>
                <a:latin typeface="Verdana"/>
                <a:cs typeface="Verdana"/>
              </a:rPr>
              <a:t>0</a:t>
            </a:r>
            <a:r>
              <a:rPr sz="1200" spc="-9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200" spc="-105" dirty="0">
                <a:solidFill>
                  <a:srgbClr val="585858"/>
                </a:solidFill>
                <a:latin typeface="Verdana"/>
                <a:cs typeface="Verdana"/>
              </a:rPr>
              <a:t>R</a:t>
            </a:r>
            <a:r>
              <a:rPr sz="1200" spc="5" dirty="0">
                <a:solidFill>
                  <a:srgbClr val="585858"/>
                </a:solidFill>
                <a:latin typeface="Verdana"/>
                <a:cs typeface="Verdana"/>
              </a:rPr>
              <a:t>esearch</a:t>
            </a:r>
            <a:r>
              <a:rPr sz="1200" spc="-9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200" spc="20" dirty="0">
                <a:solidFill>
                  <a:srgbClr val="585858"/>
                </a:solidFill>
                <a:latin typeface="Verdana"/>
                <a:cs typeface="Verdana"/>
              </a:rPr>
              <a:t>Meth</a:t>
            </a:r>
            <a:r>
              <a:rPr sz="1200" spc="25" dirty="0">
                <a:solidFill>
                  <a:srgbClr val="585858"/>
                </a:solidFill>
                <a:latin typeface="Verdana"/>
                <a:cs typeface="Verdana"/>
              </a:rPr>
              <a:t>o</a:t>
            </a:r>
            <a:r>
              <a:rPr sz="1200" spc="70" dirty="0">
                <a:solidFill>
                  <a:srgbClr val="585858"/>
                </a:solidFill>
                <a:latin typeface="Verdana"/>
                <a:cs typeface="Verdana"/>
              </a:rPr>
              <a:t>d</a:t>
            </a:r>
            <a:r>
              <a:rPr sz="1200" spc="-160" dirty="0">
                <a:solidFill>
                  <a:srgbClr val="585858"/>
                </a:solidFill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0908" y="691032"/>
            <a:ext cx="8094472" cy="57449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4610" indent="-457834">
              <a:lnSpc>
                <a:spcPct val="1096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800" b="1" spc="-135" dirty="0">
                <a:solidFill>
                  <a:srgbClr val="7E7E7E"/>
                </a:solidFill>
                <a:latin typeface="Tahoma"/>
                <a:cs typeface="Tahoma"/>
              </a:rPr>
              <a:t>Forma</a:t>
            </a:r>
            <a:r>
              <a:rPr sz="2800" b="1" spc="-85" dirty="0">
                <a:solidFill>
                  <a:srgbClr val="7E7E7E"/>
                </a:solidFill>
                <a:latin typeface="Tahoma"/>
                <a:cs typeface="Tahoma"/>
              </a:rPr>
              <a:t>t</a:t>
            </a:r>
            <a:r>
              <a:rPr sz="2800" spc="-500" dirty="0">
                <a:solidFill>
                  <a:srgbClr val="7E7E7E"/>
                </a:solidFill>
                <a:latin typeface="Verdana"/>
                <a:cs typeface="Verdana"/>
              </a:rPr>
              <a:t>:</a:t>
            </a:r>
            <a:r>
              <a:rPr sz="2800" spc="-204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100" dirty="0">
                <a:solidFill>
                  <a:srgbClr val="7E7E7E"/>
                </a:solidFill>
                <a:latin typeface="Verdana"/>
                <a:cs typeface="Verdana"/>
              </a:rPr>
              <a:t>singl</a:t>
            </a:r>
            <a:r>
              <a:rPr sz="2800" spc="-12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800" spc="-2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35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800" spc="-95" dirty="0">
                <a:solidFill>
                  <a:srgbClr val="7E7E7E"/>
                </a:solidFill>
                <a:latin typeface="Verdana"/>
                <a:cs typeface="Verdana"/>
              </a:rPr>
              <a:t>olumn,</a:t>
            </a:r>
            <a:r>
              <a:rPr sz="2800" spc="-204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110" dirty="0">
                <a:solidFill>
                  <a:srgbClr val="7E7E7E"/>
                </a:solidFill>
                <a:latin typeface="Verdana"/>
                <a:cs typeface="Verdana"/>
              </a:rPr>
              <a:t>A4,</a:t>
            </a:r>
            <a:r>
              <a:rPr sz="2800" spc="-204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225" dirty="0">
                <a:solidFill>
                  <a:srgbClr val="7E7E7E"/>
                </a:solidFill>
                <a:latin typeface="Verdana"/>
                <a:cs typeface="Verdana"/>
              </a:rPr>
              <a:t>1.</a:t>
            </a:r>
            <a:r>
              <a:rPr sz="2800" spc="-275" dirty="0">
                <a:solidFill>
                  <a:srgbClr val="7E7E7E"/>
                </a:solidFill>
                <a:latin typeface="Verdana"/>
                <a:cs typeface="Verdana"/>
              </a:rPr>
              <a:t>5</a:t>
            </a:r>
            <a:r>
              <a:rPr sz="2800" spc="-2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800" spc="-204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800" spc="40" dirty="0">
                <a:solidFill>
                  <a:srgbClr val="7E7E7E"/>
                </a:solidFill>
                <a:latin typeface="Verdana"/>
                <a:cs typeface="Verdana"/>
              </a:rPr>
              <a:t>ne</a:t>
            </a:r>
            <a:r>
              <a:rPr sz="2800" spc="-2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Verdana"/>
                <a:cs typeface="Verdana"/>
              </a:rPr>
              <a:t>spacing,  </a:t>
            </a:r>
            <a:r>
              <a:rPr sz="2800" spc="-240" dirty="0">
                <a:solidFill>
                  <a:srgbClr val="7E7E7E"/>
                </a:solidFill>
                <a:latin typeface="Verdana"/>
                <a:cs typeface="Verdana"/>
              </a:rPr>
              <a:t>1</a:t>
            </a:r>
            <a:r>
              <a:rPr sz="2800" spc="-235" dirty="0">
                <a:solidFill>
                  <a:srgbClr val="7E7E7E"/>
                </a:solidFill>
                <a:latin typeface="Verdana"/>
                <a:cs typeface="Verdana"/>
              </a:rPr>
              <a:t>2</a:t>
            </a:r>
            <a:r>
              <a:rPr sz="2800" spc="-2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Verdana"/>
                <a:cs typeface="Verdana"/>
              </a:rPr>
              <a:t>p</a:t>
            </a:r>
            <a:r>
              <a:rPr sz="280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800" spc="-204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50" dirty="0">
                <a:solidFill>
                  <a:srgbClr val="7E7E7E"/>
                </a:solidFill>
                <a:latin typeface="Verdana"/>
                <a:cs typeface="Verdana"/>
              </a:rPr>
              <a:t>font</a:t>
            </a:r>
            <a:endParaRPr sz="2800" dirty="0">
              <a:latin typeface="Verdana"/>
              <a:cs typeface="Verdana"/>
            </a:endParaRPr>
          </a:p>
          <a:p>
            <a:pPr marL="469900" marR="462280" indent="-457834">
              <a:lnSpc>
                <a:spcPct val="106100"/>
              </a:lnSpc>
              <a:spcBef>
                <a:spcPts val="68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800" b="1" spc="-70" dirty="0">
                <a:solidFill>
                  <a:srgbClr val="7E7E7E"/>
                </a:solidFill>
                <a:latin typeface="Tahoma"/>
                <a:cs typeface="Tahoma"/>
              </a:rPr>
              <a:t>Leng</a:t>
            </a:r>
            <a:r>
              <a:rPr sz="2800" b="1" spc="-225" dirty="0">
                <a:solidFill>
                  <a:srgbClr val="7E7E7E"/>
                </a:solidFill>
                <a:latin typeface="Tahoma"/>
                <a:cs typeface="Tahoma"/>
              </a:rPr>
              <a:t>th:</a:t>
            </a:r>
            <a:r>
              <a:rPr sz="2800" b="1" spc="-4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lang="en-US" sz="2800" spc="-229" dirty="0">
                <a:solidFill>
                  <a:srgbClr val="7E7E7E"/>
                </a:solidFill>
                <a:latin typeface="Verdana"/>
                <a:cs typeface="Verdana"/>
              </a:rPr>
              <a:t>At least</a:t>
            </a:r>
            <a:r>
              <a:rPr lang="en-US" sz="2800" b="1" spc="-4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spc="-229" dirty="0">
                <a:solidFill>
                  <a:srgbClr val="7E7E7E"/>
                </a:solidFill>
                <a:latin typeface="Verdana"/>
                <a:cs typeface="Verdana"/>
              </a:rPr>
              <a:t>3</a:t>
            </a:r>
            <a:r>
              <a:rPr sz="2800" spc="-235" dirty="0">
                <a:solidFill>
                  <a:srgbClr val="7E7E7E"/>
                </a:solidFill>
                <a:latin typeface="Verdana"/>
                <a:cs typeface="Verdana"/>
              </a:rPr>
              <a:t>0</a:t>
            </a:r>
            <a:r>
              <a:rPr sz="2800" spc="-2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165" dirty="0">
                <a:solidFill>
                  <a:srgbClr val="7E7E7E"/>
                </a:solidFill>
                <a:latin typeface="Verdana"/>
                <a:cs typeface="Verdana"/>
              </a:rPr>
              <a:t>pag</a:t>
            </a:r>
            <a:r>
              <a:rPr sz="2800" spc="17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800" spc="-204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60" dirty="0">
                <a:solidFill>
                  <a:srgbClr val="7E7E7E"/>
                </a:solidFill>
                <a:latin typeface="Verdana"/>
                <a:cs typeface="Verdana"/>
              </a:rPr>
              <a:t>(excl</a:t>
            </a:r>
            <a:r>
              <a:rPr sz="2800" spc="-65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800" spc="-3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800" spc="-1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800" spc="25" dirty="0">
                <a:solidFill>
                  <a:srgbClr val="7E7E7E"/>
                </a:solidFill>
                <a:latin typeface="Verdana"/>
                <a:cs typeface="Verdana"/>
              </a:rPr>
              <a:t>ng  </a:t>
            </a:r>
            <a:r>
              <a:rPr sz="2800" spc="-140" dirty="0">
                <a:solidFill>
                  <a:srgbClr val="7E7E7E"/>
                </a:solidFill>
                <a:latin typeface="Verdana"/>
                <a:cs typeface="Verdana"/>
              </a:rPr>
              <a:t>prefix,</a:t>
            </a:r>
            <a:r>
              <a:rPr sz="2800" spc="-20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30" dirty="0">
                <a:solidFill>
                  <a:srgbClr val="7E7E7E"/>
                </a:solidFill>
                <a:latin typeface="Verdana"/>
                <a:cs typeface="Verdana"/>
              </a:rPr>
              <a:t>table</a:t>
            </a:r>
            <a:r>
              <a:rPr sz="2800" spc="-204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7E7E7E"/>
                </a:solidFill>
                <a:latin typeface="Verdana"/>
                <a:cs typeface="Verdana"/>
              </a:rPr>
              <a:t>of</a:t>
            </a:r>
            <a:r>
              <a:rPr sz="2800" spc="-20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7E7E7E"/>
                </a:solidFill>
                <a:latin typeface="Verdana"/>
                <a:cs typeface="Verdana"/>
              </a:rPr>
              <a:t>contents</a:t>
            </a:r>
            <a:r>
              <a:rPr sz="2800" spc="-20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110" dirty="0">
                <a:solidFill>
                  <a:srgbClr val="7E7E7E"/>
                </a:solidFill>
                <a:latin typeface="Verdana"/>
                <a:cs typeface="Verdana"/>
              </a:rPr>
              <a:t>and</a:t>
            </a:r>
            <a:r>
              <a:rPr sz="28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55" dirty="0">
                <a:solidFill>
                  <a:srgbClr val="7E7E7E"/>
                </a:solidFill>
                <a:latin typeface="Verdana"/>
                <a:cs typeface="Verdana"/>
              </a:rPr>
              <a:t>references)</a:t>
            </a:r>
            <a:endParaRPr sz="2800" dirty="0">
              <a:latin typeface="Verdana"/>
              <a:cs typeface="Verdana"/>
            </a:endParaRPr>
          </a:p>
          <a:p>
            <a:pPr marL="469900" marR="5080" indent="-457834">
              <a:lnSpc>
                <a:spcPct val="106100"/>
              </a:lnSpc>
              <a:spcBef>
                <a:spcPts val="67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800" spc="-75" dirty="0">
                <a:solidFill>
                  <a:srgbClr val="7E7E7E"/>
                </a:solidFill>
                <a:latin typeface="Verdana"/>
                <a:cs typeface="Verdana"/>
              </a:rPr>
              <a:t>Latex</a:t>
            </a:r>
            <a:r>
              <a:rPr sz="2800" spc="-2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80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800" spc="-65" dirty="0">
                <a:solidFill>
                  <a:srgbClr val="7E7E7E"/>
                </a:solidFill>
                <a:latin typeface="Verdana"/>
                <a:cs typeface="Verdana"/>
              </a:rPr>
              <a:t>mp</a:t>
            </a:r>
            <a:r>
              <a:rPr sz="2800" spc="-2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800" spc="60" dirty="0">
                <a:solidFill>
                  <a:srgbClr val="7E7E7E"/>
                </a:solidFill>
                <a:latin typeface="Verdana"/>
                <a:cs typeface="Verdana"/>
              </a:rPr>
              <a:t>at</a:t>
            </a:r>
            <a:r>
              <a:rPr sz="2800" spc="8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140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2800" spc="-4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800" spc="-21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800" spc="-21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800" spc="-204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150" dirty="0">
                <a:solidFill>
                  <a:srgbClr val="7E7E7E"/>
                </a:solidFill>
                <a:latin typeface="Verdana"/>
                <a:cs typeface="Verdana"/>
              </a:rPr>
              <a:t>be</a:t>
            </a:r>
            <a:r>
              <a:rPr sz="2800" spc="-2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7E7E7E"/>
                </a:solidFill>
                <a:latin typeface="Verdana"/>
                <a:cs typeface="Verdana"/>
              </a:rPr>
              <a:t>provide</a:t>
            </a:r>
            <a:r>
              <a:rPr sz="2800" spc="1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8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385" dirty="0">
                <a:solidFill>
                  <a:srgbClr val="7E7E7E"/>
                </a:solidFill>
                <a:latin typeface="Verdana"/>
                <a:cs typeface="Verdana"/>
              </a:rPr>
              <a:t>–</a:t>
            </a:r>
            <a:r>
              <a:rPr sz="2800" spc="-2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b="1" spc="-285" dirty="0">
                <a:solidFill>
                  <a:srgbClr val="7E7E7E"/>
                </a:solidFill>
                <a:latin typeface="Tahoma"/>
                <a:cs typeface="Tahoma"/>
              </a:rPr>
              <a:t>MUST</a:t>
            </a:r>
            <a:r>
              <a:rPr sz="2800" b="1" spc="-4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spc="-245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800" spc="-20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800" spc="105" dirty="0">
                <a:solidFill>
                  <a:srgbClr val="7E7E7E"/>
                </a:solidFill>
                <a:latin typeface="Verdana"/>
                <a:cs typeface="Verdana"/>
              </a:rPr>
              <a:t>e  </a:t>
            </a:r>
            <a:r>
              <a:rPr sz="2800" spc="5" dirty="0">
                <a:solidFill>
                  <a:srgbClr val="7E7E7E"/>
                </a:solidFill>
                <a:latin typeface="Verdana"/>
                <a:cs typeface="Verdana"/>
              </a:rPr>
              <a:t>template</a:t>
            </a:r>
            <a:endParaRPr sz="2800" dirty="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800" spc="-36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800" spc="-300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2800" spc="-2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155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800" spc="25" dirty="0">
                <a:solidFill>
                  <a:srgbClr val="7E7E7E"/>
                </a:solidFill>
                <a:latin typeface="Verdana"/>
                <a:cs typeface="Verdana"/>
              </a:rPr>
              <a:t>ou</a:t>
            </a:r>
            <a:r>
              <a:rPr sz="2800" spc="-204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17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800" spc="3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800" spc="20" dirty="0">
                <a:solidFill>
                  <a:srgbClr val="7E7E7E"/>
                </a:solidFill>
                <a:latin typeface="Verdana"/>
                <a:cs typeface="Verdana"/>
              </a:rPr>
              <a:t>n’</a:t>
            </a:r>
            <a:r>
              <a:rPr sz="2800" spc="4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800" spc="-2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800" spc="-11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800" spc="-12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800" spc="-22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15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800" spc="10" dirty="0">
                <a:solidFill>
                  <a:srgbClr val="7E7E7E"/>
                </a:solidFill>
                <a:latin typeface="Verdana"/>
                <a:cs typeface="Verdana"/>
              </a:rPr>
              <a:t>empla</a:t>
            </a:r>
            <a:r>
              <a:rPr sz="2800" spc="1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800" spc="14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8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385" dirty="0">
                <a:solidFill>
                  <a:srgbClr val="7E7E7E"/>
                </a:solidFill>
                <a:latin typeface="Verdana"/>
                <a:cs typeface="Verdana"/>
              </a:rPr>
              <a:t>–</a:t>
            </a:r>
            <a:r>
              <a:rPr sz="2800" spc="-20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100" dirty="0">
                <a:solidFill>
                  <a:srgbClr val="7E7E7E"/>
                </a:solidFill>
                <a:latin typeface="Verdana"/>
                <a:cs typeface="Verdana"/>
              </a:rPr>
              <a:t>NO</a:t>
            </a:r>
            <a:r>
              <a:rPr sz="2800" spc="-2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800" spc="-165" dirty="0">
                <a:solidFill>
                  <a:srgbClr val="7E7E7E"/>
                </a:solidFill>
                <a:latin typeface="Verdana"/>
                <a:cs typeface="Verdana"/>
              </a:rPr>
              <a:t>submission,</a:t>
            </a:r>
            <a:endParaRPr sz="28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209"/>
              </a:spcBef>
            </a:pPr>
            <a:r>
              <a:rPr sz="2800" b="1" spc="-65" dirty="0">
                <a:solidFill>
                  <a:srgbClr val="7E7E7E"/>
                </a:solidFill>
                <a:latin typeface="Tahoma"/>
                <a:cs typeface="Tahoma"/>
              </a:rPr>
              <a:t>mark</a:t>
            </a:r>
            <a:r>
              <a:rPr sz="2800" b="1" spc="-7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b="1" spc="-120" dirty="0">
                <a:solidFill>
                  <a:srgbClr val="7E7E7E"/>
                </a:solidFill>
                <a:latin typeface="Tahoma"/>
                <a:cs typeface="Tahoma"/>
              </a:rPr>
              <a:t>of</a:t>
            </a:r>
            <a:r>
              <a:rPr sz="2800" b="1" spc="-5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b="1" spc="-80" dirty="0">
                <a:solidFill>
                  <a:srgbClr val="7E7E7E"/>
                </a:solidFill>
                <a:latin typeface="Tahoma"/>
                <a:cs typeface="Tahoma"/>
              </a:rPr>
              <a:t>zero</a:t>
            </a:r>
            <a:endParaRPr lang="en-US" sz="2800" b="1" spc="-80" dirty="0">
              <a:solidFill>
                <a:srgbClr val="7E7E7E"/>
              </a:solidFill>
              <a:latin typeface="Tahoma"/>
              <a:cs typeface="Tahoma"/>
            </a:endParaRPr>
          </a:p>
          <a:p>
            <a:pPr marL="457200" indent="-457200">
              <a:lnSpc>
                <a:spcPct val="100000"/>
              </a:lnSpc>
              <a:spcBef>
                <a:spcPts val="209"/>
              </a:spcBef>
              <a:buFont typeface="Arial" panose="020B0604020202020204" pitchFamily="34" charset="0"/>
              <a:buChar char="•"/>
            </a:pPr>
            <a:r>
              <a:rPr lang="en-US" sz="2800" spc="-80" dirty="0">
                <a:solidFill>
                  <a:srgbClr val="7E7E7E"/>
                </a:solidFill>
                <a:latin typeface="Tahoma"/>
                <a:cs typeface="Tahoma"/>
              </a:rPr>
              <a:t>You write this in </a:t>
            </a:r>
            <a:r>
              <a:rPr lang="en-US" sz="2800" b="1" spc="-80" dirty="0">
                <a:solidFill>
                  <a:srgbClr val="7E7E7E"/>
                </a:solidFill>
                <a:latin typeface="Tahoma"/>
                <a:cs typeface="Tahoma"/>
              </a:rPr>
              <a:t>reported format</a:t>
            </a:r>
            <a:r>
              <a:rPr lang="en-US" sz="2800" spc="-80" dirty="0">
                <a:solidFill>
                  <a:srgbClr val="7E7E7E"/>
                </a:solidFill>
                <a:latin typeface="Tahoma"/>
                <a:cs typeface="Tahoma"/>
              </a:rPr>
              <a:t>, since you are reporting </a:t>
            </a:r>
            <a:r>
              <a:rPr lang="en-US" sz="2800" b="1" spc="-80" dirty="0">
                <a:solidFill>
                  <a:srgbClr val="7E7E7E"/>
                </a:solidFill>
                <a:latin typeface="Tahoma"/>
                <a:cs typeface="Tahoma"/>
              </a:rPr>
              <a:t>what you did </a:t>
            </a:r>
            <a:r>
              <a:rPr lang="en-US" sz="2800" spc="-80" dirty="0">
                <a:solidFill>
                  <a:srgbClr val="7E7E7E"/>
                </a:solidFill>
                <a:latin typeface="Tahoma"/>
                <a:cs typeface="Tahoma"/>
              </a:rPr>
              <a:t>in your research</a:t>
            </a:r>
          </a:p>
          <a:p>
            <a:pPr marL="457200" indent="-457200">
              <a:lnSpc>
                <a:spcPct val="100000"/>
              </a:lnSpc>
              <a:spcBef>
                <a:spcPts val="209"/>
              </a:spcBef>
              <a:buFont typeface="Arial" panose="020B0604020202020204" pitchFamily="34" charset="0"/>
              <a:buChar char="•"/>
            </a:pPr>
            <a:r>
              <a:rPr lang="en-US" sz="2800" spc="-80" dirty="0">
                <a:solidFill>
                  <a:srgbClr val="7E7E7E"/>
                </a:solidFill>
                <a:latin typeface="Tahoma"/>
                <a:cs typeface="Tahoma"/>
              </a:rPr>
              <a:t>For </a:t>
            </a:r>
            <a:r>
              <a:rPr lang="en-US" sz="2800" b="1" spc="-80" dirty="0">
                <a:solidFill>
                  <a:srgbClr val="7E7E7E"/>
                </a:solidFill>
                <a:latin typeface="Tahoma"/>
                <a:cs typeface="Tahoma"/>
              </a:rPr>
              <a:t>research proposal </a:t>
            </a:r>
            <a:r>
              <a:rPr lang="en-US" sz="2800" spc="-80" dirty="0">
                <a:solidFill>
                  <a:srgbClr val="7E7E7E"/>
                </a:solidFill>
                <a:latin typeface="Tahoma"/>
                <a:cs typeface="Tahoma"/>
              </a:rPr>
              <a:t>you write what you intend to do(so its not reported format)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9985" y="1206296"/>
            <a:ext cx="7207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190" dirty="0">
                <a:solidFill>
                  <a:srgbClr val="7E7E7E"/>
                </a:solidFill>
                <a:latin typeface="Tahoma"/>
                <a:cs typeface="Tahoma"/>
              </a:rPr>
              <a:t>P</a:t>
            </a:r>
            <a:r>
              <a:rPr sz="1900" b="1" spc="-100" dirty="0">
                <a:solidFill>
                  <a:srgbClr val="7E7E7E"/>
                </a:solidFill>
                <a:latin typeface="Tahoma"/>
                <a:cs typeface="Tahoma"/>
              </a:rPr>
              <a:t>refi</a:t>
            </a:r>
            <a:r>
              <a:rPr sz="1900" b="1" spc="-135" dirty="0">
                <a:solidFill>
                  <a:srgbClr val="7E7E7E"/>
                </a:solidFill>
                <a:latin typeface="Tahoma"/>
                <a:cs typeface="Tahoma"/>
              </a:rPr>
              <a:t>x</a:t>
            </a:r>
            <a:r>
              <a:rPr sz="1900" b="1" spc="-160" dirty="0">
                <a:solidFill>
                  <a:srgbClr val="7E7E7E"/>
                </a:solidFill>
                <a:latin typeface="Tahoma"/>
                <a:cs typeface="Tahoma"/>
              </a:rPr>
              <a:t>: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70" y="2294362"/>
            <a:ext cx="142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65" dirty="0">
                <a:solidFill>
                  <a:srgbClr val="7E7E7E"/>
                </a:solidFill>
                <a:latin typeface="Verdana"/>
                <a:cs typeface="Verdana"/>
              </a:rPr>
              <a:t>Pa</a:t>
            </a:r>
            <a:r>
              <a:rPr sz="1900" spc="95" dirty="0">
                <a:solidFill>
                  <a:srgbClr val="7E7E7E"/>
                </a:solidFill>
                <a:latin typeface="Verdana"/>
                <a:cs typeface="Verdana"/>
              </a:rPr>
              <a:t>ge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155" dirty="0">
                <a:solidFill>
                  <a:srgbClr val="7E7E7E"/>
                </a:solidFill>
                <a:latin typeface="Verdana"/>
                <a:cs typeface="Verdana"/>
              </a:rPr>
              <a:t>2</a:t>
            </a:r>
            <a:r>
              <a:rPr sz="1900" spc="-340" dirty="0">
                <a:solidFill>
                  <a:srgbClr val="7E7E7E"/>
                </a:solidFill>
                <a:latin typeface="Verdana"/>
                <a:cs typeface="Verdana"/>
              </a:rPr>
              <a:t>: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35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900" spc="-15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900" spc="-15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900" spc="-10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900" spc="10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845" y="1579514"/>
            <a:ext cx="6025515" cy="6565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305"/>
              </a:spcBef>
              <a:buSzPct val="147368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1900" spc="65" dirty="0">
                <a:solidFill>
                  <a:srgbClr val="7E7E7E"/>
                </a:solidFill>
                <a:latin typeface="Verdana"/>
                <a:cs typeface="Verdana"/>
              </a:rPr>
              <a:t>Pa</a:t>
            </a:r>
            <a:r>
              <a:rPr sz="1900" spc="95" dirty="0">
                <a:solidFill>
                  <a:srgbClr val="7E7E7E"/>
                </a:solidFill>
                <a:latin typeface="Verdana"/>
                <a:cs typeface="Verdana"/>
              </a:rPr>
              <a:t>ge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155" dirty="0">
                <a:solidFill>
                  <a:srgbClr val="7E7E7E"/>
                </a:solidFill>
                <a:latin typeface="Verdana"/>
                <a:cs typeface="Verdana"/>
              </a:rPr>
              <a:t>1</a:t>
            </a:r>
            <a:r>
              <a:rPr sz="1900" spc="-340" dirty="0">
                <a:solidFill>
                  <a:srgbClr val="7E7E7E"/>
                </a:solidFill>
                <a:latin typeface="Verdana"/>
                <a:cs typeface="Verdana"/>
              </a:rPr>
              <a:t>: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16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1900" spc="13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1900" spc="-65" dirty="0">
                <a:solidFill>
                  <a:srgbClr val="7E7E7E"/>
                </a:solidFill>
                <a:latin typeface="Verdana"/>
                <a:cs typeface="Verdana"/>
              </a:rPr>
              <a:t>v</a:t>
            </a:r>
            <a:r>
              <a:rPr sz="1900" spc="-75" dirty="0">
                <a:solidFill>
                  <a:srgbClr val="7E7E7E"/>
                </a:solidFill>
                <a:latin typeface="Verdana"/>
                <a:cs typeface="Verdana"/>
              </a:rPr>
              <a:t>er</a:t>
            </a:r>
            <a:r>
              <a:rPr sz="1900" spc="-13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105" dirty="0">
                <a:solidFill>
                  <a:srgbClr val="7E7E7E"/>
                </a:solidFill>
                <a:latin typeface="Verdana"/>
                <a:cs typeface="Verdana"/>
              </a:rPr>
              <a:t>p</a:t>
            </a:r>
            <a:r>
              <a:rPr sz="1900" spc="110" dirty="0">
                <a:solidFill>
                  <a:srgbClr val="7E7E7E"/>
                </a:solidFill>
                <a:latin typeface="Verdana"/>
                <a:cs typeface="Verdana"/>
              </a:rPr>
              <a:t>age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90" dirty="0">
                <a:solidFill>
                  <a:srgbClr val="7E7E7E"/>
                </a:solidFill>
                <a:latin typeface="Verdana"/>
                <a:cs typeface="Verdana"/>
              </a:rPr>
              <a:t>wi</a:t>
            </a:r>
            <a:r>
              <a:rPr sz="1900" spc="-6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900" spc="-50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7E7E7E"/>
                </a:solidFill>
                <a:latin typeface="Verdana"/>
                <a:cs typeface="Verdana"/>
              </a:rPr>
              <a:t>esse</a:t>
            </a:r>
            <a:r>
              <a:rPr sz="1900" spc="-90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1900" spc="-15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900" spc="-10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900" dirty="0">
                <a:solidFill>
                  <a:srgbClr val="7E7E7E"/>
                </a:solidFill>
                <a:latin typeface="Verdana"/>
                <a:cs typeface="Verdana"/>
              </a:rPr>
              <a:t>al</a:t>
            </a:r>
            <a:r>
              <a:rPr sz="1900" spc="-140" dirty="0">
                <a:solidFill>
                  <a:srgbClr val="7E7E7E"/>
                </a:solidFill>
                <a:latin typeface="Verdana"/>
                <a:cs typeface="Verdana"/>
              </a:rPr>
              <a:t> i</a:t>
            </a:r>
            <a:r>
              <a:rPr sz="1900" spc="-15" dirty="0">
                <a:solidFill>
                  <a:srgbClr val="7E7E7E"/>
                </a:solidFill>
                <a:latin typeface="Verdana"/>
                <a:cs typeface="Verdana"/>
              </a:rPr>
              <a:t>nfo</a:t>
            </a:r>
            <a:r>
              <a:rPr sz="1900" spc="-75" dirty="0">
                <a:solidFill>
                  <a:srgbClr val="7E7E7E"/>
                </a:solidFill>
                <a:latin typeface="Verdana"/>
                <a:cs typeface="Verdana"/>
              </a:rPr>
              <a:t>rma</a:t>
            </a:r>
            <a:r>
              <a:rPr sz="1900" spc="-4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900" spc="-35" dirty="0">
                <a:solidFill>
                  <a:srgbClr val="7E7E7E"/>
                </a:solidFill>
                <a:latin typeface="Verdana"/>
                <a:cs typeface="Verdana"/>
              </a:rPr>
              <a:t>io</a:t>
            </a:r>
            <a:r>
              <a:rPr sz="1900" spc="-45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1900" spc="-12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endParaRPr sz="19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00"/>
              </a:spcBef>
            </a:pPr>
            <a:r>
              <a:rPr sz="1900" spc="-6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900" spc="-8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900" spc="100" dirty="0">
                <a:solidFill>
                  <a:srgbClr val="7E7E7E"/>
                </a:solidFill>
                <a:latin typeface="Verdana"/>
                <a:cs typeface="Verdana"/>
              </a:rPr>
              <a:t>pe</a:t>
            </a:r>
            <a:r>
              <a:rPr sz="1900" spc="2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900" spc="105" dirty="0">
                <a:solidFill>
                  <a:srgbClr val="7E7E7E"/>
                </a:solidFill>
                <a:latin typeface="Verdana"/>
                <a:cs typeface="Verdana"/>
              </a:rPr>
              <a:t>ed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7E7E7E"/>
                </a:solidFill>
                <a:latin typeface="Verdana"/>
                <a:cs typeface="Verdana"/>
              </a:rPr>
              <a:t>wit</a:t>
            </a:r>
            <a:r>
              <a:rPr sz="1900" spc="-85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sz="19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12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1900" spc="135" dirty="0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sz="1900" spc="-210" dirty="0">
                <a:solidFill>
                  <a:srgbClr val="7E7E7E"/>
                </a:solidFill>
                <a:latin typeface="Verdana"/>
                <a:cs typeface="Verdana"/>
              </a:rPr>
              <a:t>st</a:t>
            </a:r>
            <a:r>
              <a:rPr sz="1900" spc="-19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900" spc="100" dirty="0">
                <a:solidFill>
                  <a:srgbClr val="7E7E7E"/>
                </a:solidFill>
                <a:latin typeface="Verdana"/>
                <a:cs typeface="Verdana"/>
              </a:rPr>
              <a:t>ac</a:t>
            </a:r>
            <a:r>
              <a:rPr sz="1900" spc="7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9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16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1900" spc="30" dirty="0">
                <a:solidFill>
                  <a:srgbClr val="7E7E7E"/>
                </a:solidFill>
                <a:latin typeface="Verdana"/>
                <a:cs typeface="Verdana"/>
              </a:rPr>
              <a:t>nd</a:t>
            </a:r>
            <a:r>
              <a:rPr sz="19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7E7E7E"/>
                </a:solidFill>
                <a:latin typeface="Verdana"/>
                <a:cs typeface="Verdana"/>
              </a:rPr>
              <a:t>ke</a:t>
            </a:r>
            <a:r>
              <a:rPr sz="1900" spc="-45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1900" spc="55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1900" spc="3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1900" spc="-229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900" spc="-75" dirty="0">
                <a:solidFill>
                  <a:srgbClr val="7E7E7E"/>
                </a:solidFill>
                <a:latin typeface="Verdana"/>
                <a:cs typeface="Verdana"/>
              </a:rPr>
              <a:t>ds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8325" y="2798825"/>
            <a:ext cx="6894195" cy="35016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900" b="1" spc="-190" dirty="0">
                <a:solidFill>
                  <a:srgbClr val="7E7E7E"/>
                </a:solidFill>
                <a:latin typeface="Tahoma"/>
                <a:cs typeface="Tahoma"/>
              </a:rPr>
              <a:t>P</a:t>
            </a:r>
            <a:r>
              <a:rPr sz="1900" b="1" spc="-50" dirty="0">
                <a:solidFill>
                  <a:srgbClr val="7E7E7E"/>
                </a:solidFill>
                <a:latin typeface="Tahoma"/>
                <a:cs typeface="Tahoma"/>
              </a:rPr>
              <a:t>roject</a:t>
            </a:r>
            <a:r>
              <a:rPr sz="1900" b="1" spc="-3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900" b="1" spc="-265" dirty="0">
                <a:solidFill>
                  <a:srgbClr val="7E7E7E"/>
                </a:solidFill>
                <a:latin typeface="Tahoma"/>
                <a:cs typeface="Tahoma"/>
              </a:rPr>
              <a:t>R</a:t>
            </a:r>
            <a:r>
              <a:rPr sz="1900" b="1" spc="55" dirty="0">
                <a:solidFill>
                  <a:srgbClr val="7E7E7E"/>
                </a:solidFill>
                <a:latin typeface="Tahoma"/>
                <a:cs typeface="Tahoma"/>
              </a:rPr>
              <a:t>ep</a:t>
            </a:r>
            <a:r>
              <a:rPr sz="1900" b="1" spc="60" dirty="0">
                <a:solidFill>
                  <a:srgbClr val="7E7E7E"/>
                </a:solidFill>
                <a:latin typeface="Tahoma"/>
                <a:cs typeface="Tahoma"/>
              </a:rPr>
              <a:t>o</a:t>
            </a:r>
            <a:r>
              <a:rPr sz="1900" b="1" spc="-200" dirty="0">
                <a:solidFill>
                  <a:srgbClr val="7E7E7E"/>
                </a:solidFill>
                <a:latin typeface="Tahoma"/>
                <a:cs typeface="Tahoma"/>
              </a:rPr>
              <a:t>rt:</a:t>
            </a:r>
            <a:endParaRPr sz="1900" dirty="0">
              <a:latin typeface="Tahoma"/>
              <a:cs typeface="Tahoma"/>
            </a:endParaRPr>
          </a:p>
          <a:p>
            <a:pPr marL="527685" indent="-515620">
              <a:lnSpc>
                <a:spcPct val="100000"/>
              </a:lnSpc>
              <a:spcBef>
                <a:spcPts val="229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1900" spc="-55" dirty="0">
                <a:solidFill>
                  <a:srgbClr val="7E7E7E"/>
                </a:solidFill>
                <a:latin typeface="Verdana"/>
                <a:cs typeface="Verdana"/>
              </a:rPr>
              <a:t>Introduction</a:t>
            </a:r>
            <a:endParaRPr sz="1900" dirty="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1900" spc="-155" dirty="0">
                <a:solidFill>
                  <a:srgbClr val="7E7E7E"/>
                </a:solidFill>
                <a:latin typeface="Verdana"/>
                <a:cs typeface="Verdana"/>
              </a:rPr>
              <a:t>P</a:t>
            </a:r>
            <a:r>
              <a:rPr sz="1900" spc="-10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900" spc="7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1900" spc="-30" dirty="0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sz="1900" spc="-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900" spc="15" dirty="0">
                <a:solidFill>
                  <a:srgbClr val="7E7E7E"/>
                </a:solidFill>
                <a:latin typeface="Verdana"/>
                <a:cs typeface="Verdana"/>
              </a:rPr>
              <a:t>em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7E7E7E"/>
                </a:solidFill>
                <a:latin typeface="Verdana"/>
                <a:cs typeface="Verdana"/>
              </a:rPr>
              <a:t>st</a:t>
            </a:r>
            <a:r>
              <a:rPr sz="1900" spc="-85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1900" spc="-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90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900" spc="-35" dirty="0">
                <a:solidFill>
                  <a:srgbClr val="7E7E7E"/>
                </a:solidFill>
                <a:latin typeface="Verdana"/>
                <a:cs typeface="Verdana"/>
              </a:rPr>
              <a:t>ment</a:t>
            </a:r>
            <a:endParaRPr sz="1900" dirty="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24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1900" spc="25" dirty="0">
                <a:solidFill>
                  <a:srgbClr val="7E7E7E"/>
                </a:solidFill>
                <a:latin typeface="Verdana"/>
                <a:cs typeface="Verdana"/>
              </a:rPr>
              <a:t>Methodology</a:t>
            </a:r>
            <a:endParaRPr sz="1900" dirty="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1900" spc="-5" dirty="0">
                <a:solidFill>
                  <a:srgbClr val="7E7E7E"/>
                </a:solidFill>
                <a:latin typeface="Verdana"/>
                <a:cs typeface="Verdana"/>
              </a:rPr>
              <a:t>Background</a:t>
            </a:r>
            <a:endParaRPr sz="1900" dirty="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1900" spc="-90" dirty="0">
                <a:solidFill>
                  <a:srgbClr val="7E7E7E"/>
                </a:solidFill>
                <a:latin typeface="Verdana"/>
                <a:cs typeface="Verdana"/>
              </a:rPr>
              <a:t>Re</a:t>
            </a:r>
            <a:r>
              <a:rPr sz="1900" spc="-3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900" spc="2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900" spc="105" dirty="0">
                <a:solidFill>
                  <a:srgbClr val="7E7E7E"/>
                </a:solidFill>
                <a:latin typeface="Verdana"/>
                <a:cs typeface="Verdana"/>
              </a:rPr>
              <a:t>ed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55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1900" spc="3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1900" spc="-210" dirty="0">
                <a:solidFill>
                  <a:srgbClr val="7E7E7E"/>
                </a:solidFill>
                <a:latin typeface="Verdana"/>
                <a:cs typeface="Verdana"/>
              </a:rPr>
              <a:t>rk</a:t>
            </a:r>
            <a:endParaRPr sz="1900" dirty="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1900" spc="-100" dirty="0">
                <a:solidFill>
                  <a:srgbClr val="7E7E7E"/>
                </a:solidFill>
                <a:latin typeface="Verdana"/>
                <a:cs typeface="Verdana"/>
              </a:rPr>
              <a:t>Discussion/Results</a:t>
            </a:r>
            <a:endParaRPr sz="1900" dirty="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1900" spc="125" dirty="0">
                <a:solidFill>
                  <a:srgbClr val="7E7E7E"/>
                </a:solidFill>
                <a:latin typeface="Verdana"/>
                <a:cs typeface="Verdana"/>
              </a:rPr>
              <a:t>Con</a:t>
            </a:r>
            <a:r>
              <a:rPr sz="1900" spc="9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1900" spc="-6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900" spc="-125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1900" spc="-95" dirty="0">
                <a:solidFill>
                  <a:srgbClr val="7E7E7E"/>
                </a:solidFill>
                <a:latin typeface="Verdana"/>
                <a:cs typeface="Verdana"/>
              </a:rPr>
              <a:t>si</a:t>
            </a:r>
            <a:r>
              <a:rPr sz="1900" spc="-13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1900" spc="-150" dirty="0">
                <a:solidFill>
                  <a:srgbClr val="7E7E7E"/>
                </a:solidFill>
                <a:latin typeface="Verdana"/>
                <a:cs typeface="Verdana"/>
              </a:rPr>
              <a:t>ns</a:t>
            </a:r>
            <a:r>
              <a:rPr sz="19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65" dirty="0">
                <a:solidFill>
                  <a:srgbClr val="7E7E7E"/>
                </a:solidFill>
                <a:latin typeface="Verdana"/>
                <a:cs typeface="Verdana"/>
              </a:rPr>
              <a:t>an</a:t>
            </a:r>
            <a:r>
              <a:rPr sz="1900" spc="70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19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170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1900" spc="-120" dirty="0">
                <a:solidFill>
                  <a:srgbClr val="7E7E7E"/>
                </a:solidFill>
                <a:latin typeface="Verdana"/>
                <a:cs typeface="Verdana"/>
              </a:rPr>
              <a:t>utu</a:t>
            </a:r>
            <a:r>
              <a:rPr sz="1900" spc="-9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900" spc="10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9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25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1900" spc="7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1900" spc="-210" dirty="0">
                <a:solidFill>
                  <a:srgbClr val="7E7E7E"/>
                </a:solidFill>
                <a:latin typeface="Verdana"/>
                <a:cs typeface="Verdana"/>
              </a:rPr>
              <a:t>rk</a:t>
            </a:r>
            <a:endParaRPr sz="1900" dirty="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1900" spc="-15" dirty="0">
                <a:solidFill>
                  <a:srgbClr val="7E7E7E"/>
                </a:solidFill>
                <a:latin typeface="Verdana"/>
                <a:cs typeface="Verdana"/>
              </a:rPr>
              <a:t>References</a:t>
            </a:r>
            <a:endParaRPr sz="19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900" spc="-120" dirty="0">
                <a:solidFill>
                  <a:srgbClr val="7E7E7E"/>
                </a:solidFill>
                <a:latin typeface="Verdana"/>
                <a:cs typeface="Verdana"/>
              </a:rPr>
              <a:t>Slight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7E7E7E"/>
                </a:solidFill>
                <a:latin typeface="Verdana"/>
                <a:cs typeface="Verdana"/>
              </a:rPr>
              <a:t>deviations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7E7E7E"/>
                </a:solidFill>
                <a:latin typeface="Verdana"/>
                <a:cs typeface="Verdana"/>
              </a:rPr>
              <a:t>are</a:t>
            </a:r>
            <a:r>
              <a:rPr sz="1900" spc="-13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7E7E7E"/>
                </a:solidFill>
                <a:latin typeface="Verdana"/>
                <a:cs typeface="Verdana"/>
              </a:rPr>
              <a:t>fine,</a:t>
            </a:r>
            <a:r>
              <a:rPr sz="19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7E7E7E"/>
                </a:solidFill>
                <a:latin typeface="Verdana"/>
                <a:cs typeface="Verdana"/>
              </a:rPr>
              <a:t>but</a:t>
            </a:r>
            <a:r>
              <a:rPr sz="19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7E7E7E"/>
                </a:solidFill>
                <a:latin typeface="Verdana"/>
                <a:cs typeface="Verdana"/>
              </a:rPr>
              <a:t>basic</a:t>
            </a:r>
            <a:r>
              <a:rPr sz="19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7E7E7E"/>
                </a:solidFill>
                <a:latin typeface="Verdana"/>
                <a:cs typeface="Verdana"/>
              </a:rPr>
              <a:t>elements</a:t>
            </a:r>
            <a:r>
              <a:rPr sz="19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120" dirty="0">
                <a:solidFill>
                  <a:srgbClr val="7E7E7E"/>
                </a:solidFill>
                <a:latin typeface="Verdana"/>
                <a:cs typeface="Verdana"/>
              </a:rPr>
              <a:t>must</a:t>
            </a:r>
            <a:r>
              <a:rPr sz="19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110" dirty="0">
                <a:solidFill>
                  <a:srgbClr val="7E7E7E"/>
                </a:solidFill>
                <a:latin typeface="Verdana"/>
                <a:cs typeface="Verdana"/>
              </a:rPr>
              <a:t>be</a:t>
            </a:r>
            <a:r>
              <a:rPr sz="19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7E7E7E"/>
                </a:solidFill>
                <a:latin typeface="Verdana"/>
                <a:cs typeface="Verdana"/>
              </a:rPr>
              <a:t>there</a:t>
            </a:r>
            <a:endParaRPr sz="1900" b="1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8079" y="2142235"/>
            <a:ext cx="2095246" cy="218059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978F81-AF0C-0FA9-8C2B-9233E601913E}"/>
              </a:ext>
            </a:extLst>
          </p:cNvPr>
          <p:cNvSpPr txBox="1"/>
          <p:nvPr/>
        </p:nvSpPr>
        <p:spPr>
          <a:xfrm>
            <a:off x="1370710" y="93463"/>
            <a:ext cx="60748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2E5796"/>
                </a:solidFill>
                <a:effectLst/>
                <a:uLnTx/>
                <a:uFillTx/>
                <a:latin typeface="Palatino Linotype"/>
                <a:ea typeface="+mj-ea"/>
              </a:rPr>
              <a:t>Typical </a:t>
            </a:r>
            <a:r>
              <a:rPr kumimoji="0" lang="en-US" sz="5400" b="0" i="0" u="none" strike="noStrike" kern="0" cap="none" spc="-5" normalizeH="0" baseline="0" noProof="0" dirty="0">
                <a:ln>
                  <a:noFill/>
                </a:ln>
                <a:solidFill>
                  <a:srgbClr val="2E5796"/>
                </a:solidFill>
                <a:effectLst/>
                <a:uLnTx/>
                <a:uFillTx/>
                <a:latin typeface="Palatino Linotype"/>
                <a:ea typeface="+mj-ea"/>
              </a:rPr>
              <a:t>Structure</a:t>
            </a:r>
            <a:endParaRPr lang="en-US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49E5169A-2A20-ED5A-2CAA-8318D6A740B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0347" y="93463"/>
            <a:ext cx="6125972" cy="1543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2567813"/>
            <a:ext cx="7684770" cy="339788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90" dirty="0">
                <a:solidFill>
                  <a:srgbClr val="7E7E7E"/>
                </a:solidFill>
                <a:latin typeface="Verdana"/>
                <a:cs typeface="Verdana"/>
              </a:rPr>
              <a:t>Why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2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400" spc="13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4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400" spc="25" dirty="0">
                <a:solidFill>
                  <a:srgbClr val="7E7E7E"/>
                </a:solidFill>
                <a:latin typeface="Verdana"/>
                <a:cs typeface="Verdana"/>
              </a:rPr>
              <a:t>ou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7E7E7E"/>
                </a:solidFill>
                <a:latin typeface="Verdana"/>
                <a:cs typeface="Verdana"/>
              </a:rPr>
              <a:t>think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400" spc="-18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7E7E7E"/>
                </a:solidFill>
                <a:latin typeface="Verdana"/>
                <a:cs typeface="Verdana"/>
              </a:rPr>
              <a:t>called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400" spc="70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7E7E7E"/>
                </a:solidFill>
                <a:latin typeface="Verdana"/>
                <a:cs typeface="Verdana"/>
              </a:rPr>
              <a:t>abstract?</a:t>
            </a:r>
            <a:endParaRPr sz="24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Length: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7E7E7E"/>
                </a:solidFill>
                <a:latin typeface="Verdana"/>
                <a:cs typeface="Verdana"/>
              </a:rPr>
              <a:t>10</a:t>
            </a:r>
            <a:r>
              <a:rPr sz="2400" spc="-200" dirty="0">
                <a:solidFill>
                  <a:srgbClr val="7E7E7E"/>
                </a:solidFill>
                <a:latin typeface="Verdana"/>
                <a:cs typeface="Verdana"/>
              </a:rPr>
              <a:t>0</a:t>
            </a:r>
            <a:r>
              <a:rPr sz="2400" spc="-18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30" dirty="0">
                <a:solidFill>
                  <a:srgbClr val="7E7E7E"/>
                </a:solidFill>
                <a:latin typeface="Verdana"/>
                <a:cs typeface="Verdana"/>
              </a:rPr>
              <a:t>–</a:t>
            </a:r>
            <a:r>
              <a:rPr sz="2400" spc="-18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7E7E7E"/>
                </a:solidFill>
                <a:latin typeface="Verdana"/>
                <a:cs typeface="Verdana"/>
              </a:rPr>
              <a:t>20</a:t>
            </a:r>
            <a:r>
              <a:rPr sz="2400" spc="-200" dirty="0">
                <a:solidFill>
                  <a:srgbClr val="7E7E7E"/>
                </a:solidFill>
                <a:latin typeface="Verdana"/>
                <a:cs typeface="Verdana"/>
              </a:rPr>
              <a:t>0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75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2400" spc="6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400" spc="-160" dirty="0">
                <a:solidFill>
                  <a:srgbClr val="7E7E7E"/>
                </a:solidFill>
                <a:latin typeface="Verdana"/>
                <a:cs typeface="Verdana"/>
              </a:rPr>
              <a:t>rds</a:t>
            </a:r>
            <a:endParaRPr sz="24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35" dirty="0">
                <a:solidFill>
                  <a:srgbClr val="7E7E7E"/>
                </a:solidFill>
                <a:latin typeface="Verdana"/>
                <a:cs typeface="Verdana"/>
              </a:rPr>
              <a:t>Content:</a:t>
            </a:r>
            <a:endParaRPr sz="2400" dirty="0">
              <a:latin typeface="Verdana"/>
              <a:cs typeface="Verdana"/>
            </a:endParaRPr>
          </a:p>
          <a:p>
            <a:pPr marL="758190" marR="906144" lvl="1" indent="-288290">
              <a:lnSpc>
                <a:spcPct val="106100"/>
              </a:lnSpc>
              <a:spcBef>
                <a:spcPts val="135"/>
              </a:spcBef>
              <a:buFont typeface="Courier New"/>
              <a:buChar char="o"/>
              <a:tabLst>
                <a:tab pos="758190" algn="l"/>
              </a:tabLst>
            </a:pPr>
            <a:r>
              <a:rPr sz="2000" spc="-254" dirty="0">
                <a:solidFill>
                  <a:srgbClr val="7E7E7E"/>
                </a:solidFill>
                <a:latin typeface="Verdana"/>
                <a:cs typeface="Verdana"/>
              </a:rPr>
              <a:t>Br</a:t>
            </a:r>
            <a:r>
              <a:rPr sz="2000" spc="-13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000" spc="15" dirty="0">
                <a:solidFill>
                  <a:srgbClr val="7E7E7E"/>
                </a:solidFill>
                <a:latin typeface="Verdana"/>
                <a:cs typeface="Verdana"/>
              </a:rPr>
              <a:t>ef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Verdana"/>
                <a:cs typeface="Verdana"/>
              </a:rPr>
              <a:t>backg</a:t>
            </a:r>
            <a:r>
              <a:rPr sz="200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000" spc="30" dirty="0">
                <a:solidFill>
                  <a:srgbClr val="7E7E7E"/>
                </a:solidFill>
                <a:latin typeface="Verdana"/>
                <a:cs typeface="Verdana"/>
              </a:rPr>
              <a:t>ound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2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000" spc="30" dirty="0">
                <a:solidFill>
                  <a:srgbClr val="7E7E7E"/>
                </a:solidFill>
                <a:latin typeface="Verdana"/>
                <a:cs typeface="Verdana"/>
              </a:rPr>
              <a:t>he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7E7E7E"/>
                </a:solidFill>
                <a:latin typeface="Verdana"/>
                <a:cs typeface="Verdana"/>
              </a:rPr>
              <a:t>re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000" spc="45" dirty="0">
                <a:solidFill>
                  <a:srgbClr val="7E7E7E"/>
                </a:solidFill>
                <a:latin typeface="Verdana"/>
                <a:cs typeface="Verdana"/>
              </a:rPr>
              <a:t>earch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80" dirty="0">
                <a:solidFill>
                  <a:srgbClr val="7E7E7E"/>
                </a:solidFill>
                <a:latin typeface="Verdana"/>
                <a:cs typeface="Verdana"/>
              </a:rPr>
              <a:t>(</a:t>
            </a:r>
            <a:r>
              <a:rPr sz="2000" spc="25" dirty="0">
                <a:solidFill>
                  <a:srgbClr val="7E7E7E"/>
                </a:solidFill>
                <a:latin typeface="Verdana"/>
                <a:cs typeface="Verdana"/>
              </a:rPr>
              <a:t>no</a:t>
            </a:r>
            <a:r>
              <a:rPr sz="20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000" spc="2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000" spc="-20" dirty="0">
                <a:solidFill>
                  <a:srgbClr val="7E7E7E"/>
                </a:solidFill>
                <a:latin typeface="Verdana"/>
                <a:cs typeface="Verdana"/>
              </a:rPr>
              <a:t>ta</a:t>
            </a:r>
            <a:r>
              <a:rPr sz="2000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000" spc="-5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ns)</a:t>
            </a:r>
            <a:r>
              <a:rPr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Verdana"/>
                <a:cs typeface="Verdana"/>
              </a:rPr>
              <a:t>&amp;  </a:t>
            </a:r>
            <a:r>
              <a:rPr sz="2000" spc="-10" dirty="0">
                <a:solidFill>
                  <a:srgbClr val="7E7E7E"/>
                </a:solidFill>
                <a:latin typeface="Verdana"/>
                <a:cs typeface="Verdana"/>
              </a:rPr>
              <a:t>problem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7E7E7E"/>
                </a:solidFill>
                <a:latin typeface="Verdana"/>
                <a:cs typeface="Verdana"/>
              </a:rPr>
              <a:t>statement</a:t>
            </a:r>
            <a:endParaRPr sz="2000" dirty="0">
              <a:latin typeface="Verdana"/>
              <a:cs typeface="Verdana"/>
            </a:endParaRPr>
          </a:p>
          <a:p>
            <a:pPr marL="758190" marR="5080" lvl="1" indent="-288290">
              <a:lnSpc>
                <a:spcPts val="3229"/>
              </a:lnSpc>
              <a:spcBef>
                <a:spcPts val="30"/>
              </a:spcBef>
              <a:buFont typeface="Courier New"/>
              <a:buChar char="o"/>
              <a:tabLst>
                <a:tab pos="758190" algn="l"/>
              </a:tabLst>
            </a:pPr>
            <a:r>
              <a:rPr sz="2000" spc="-35" dirty="0">
                <a:solidFill>
                  <a:srgbClr val="7E7E7E"/>
                </a:solidFill>
                <a:latin typeface="Verdana"/>
                <a:cs typeface="Verdana"/>
              </a:rPr>
              <a:t>Method(s)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0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7E7E7E"/>
                </a:solidFill>
                <a:latin typeface="Verdana"/>
                <a:cs typeface="Verdana"/>
              </a:rPr>
              <a:t>be</a:t>
            </a:r>
            <a:r>
              <a:rPr sz="20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Verdana"/>
                <a:cs typeface="Verdana"/>
              </a:rPr>
              <a:t>used</a:t>
            </a:r>
            <a:endParaRPr lang="en-US" sz="2000" spc="-25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758190" marR="5080" lvl="1" indent="-288290">
              <a:lnSpc>
                <a:spcPts val="3229"/>
              </a:lnSpc>
              <a:spcBef>
                <a:spcPts val="30"/>
              </a:spcBef>
              <a:buFont typeface="Courier New"/>
              <a:buChar char="o"/>
              <a:tabLst>
                <a:tab pos="758190" algn="l"/>
              </a:tabLst>
            </a:pPr>
            <a:r>
              <a:rPr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7E7E7E"/>
                </a:solidFill>
                <a:latin typeface="Verdana"/>
                <a:cs typeface="Verdana"/>
              </a:rPr>
              <a:t>Results</a:t>
            </a:r>
            <a:r>
              <a:rPr sz="20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270" dirty="0">
                <a:solidFill>
                  <a:srgbClr val="7E7E7E"/>
                </a:solidFill>
                <a:latin typeface="Verdana"/>
                <a:cs typeface="Verdana"/>
              </a:rPr>
              <a:t>–</a:t>
            </a:r>
            <a:r>
              <a:rPr sz="20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7E7E7E"/>
                </a:solidFill>
                <a:latin typeface="Verdana"/>
                <a:cs typeface="Verdana"/>
              </a:rPr>
              <a:t>main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45" dirty="0">
                <a:solidFill>
                  <a:srgbClr val="7E7E7E"/>
                </a:solidFill>
                <a:latin typeface="Verdana"/>
                <a:cs typeface="Verdana"/>
              </a:rPr>
              <a:t>results, </a:t>
            </a:r>
            <a:r>
              <a:rPr sz="2000" spc="-60" dirty="0">
                <a:solidFill>
                  <a:srgbClr val="7E7E7E"/>
                </a:solidFill>
                <a:latin typeface="Verdana"/>
                <a:cs typeface="Verdana"/>
              </a:rPr>
              <a:t>only</a:t>
            </a:r>
            <a:r>
              <a:rPr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7E7E7E"/>
                </a:solidFill>
                <a:latin typeface="Verdana"/>
                <a:cs typeface="Verdana"/>
              </a:rPr>
              <a:t>1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7E7E7E"/>
                </a:solidFill>
                <a:latin typeface="Verdana"/>
                <a:cs typeface="Verdana"/>
              </a:rPr>
              <a:t>or</a:t>
            </a:r>
            <a:r>
              <a:rPr sz="20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7E7E7E"/>
                </a:solidFill>
                <a:latin typeface="Verdana"/>
                <a:cs typeface="Verdana"/>
              </a:rPr>
              <a:t>2 </a:t>
            </a:r>
            <a:r>
              <a:rPr sz="2000" spc="-68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7E7E7E"/>
                </a:solidFill>
                <a:latin typeface="Verdana"/>
                <a:cs typeface="Verdana"/>
              </a:rPr>
              <a:t>sentences</a:t>
            </a:r>
            <a:endParaRPr sz="20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Us</a:t>
            </a:r>
            <a:r>
              <a:rPr sz="2400" spc="-185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70" dirty="0">
                <a:solidFill>
                  <a:srgbClr val="7E7E7E"/>
                </a:solidFill>
                <a:latin typeface="Verdana"/>
                <a:cs typeface="Verdana"/>
              </a:rPr>
              <a:t>all</a:t>
            </a:r>
            <a:r>
              <a:rPr sz="2400" spc="-100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6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400" spc="15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sie</a:t>
            </a:r>
            <a:r>
              <a:rPr sz="2400" spc="-16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2400" spc="-10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400" spc="-13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7E7E7E"/>
                </a:solidFill>
                <a:latin typeface="Verdana"/>
                <a:cs typeface="Verdana"/>
              </a:rPr>
              <a:t>last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8252" y="742823"/>
            <a:ext cx="2483993" cy="19202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22575" y="793115"/>
            <a:ext cx="3497453" cy="154381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75203" y="1181227"/>
            <a:ext cx="2595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Abstract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757298"/>
            <a:ext cx="8029575" cy="38464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3350" indent="-343535">
              <a:lnSpc>
                <a:spcPct val="1054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20" dirty="0">
                <a:solidFill>
                  <a:srgbClr val="7E7E7E"/>
                </a:solidFill>
                <a:latin typeface="Verdana"/>
                <a:cs typeface="Verdana"/>
              </a:rPr>
              <a:t>Do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Verdana"/>
                <a:cs typeface="Verdana"/>
              </a:rPr>
              <a:t>not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15" dirty="0">
                <a:solidFill>
                  <a:srgbClr val="7E7E7E"/>
                </a:solidFill>
                <a:latin typeface="Verdana"/>
                <a:cs typeface="Verdana"/>
              </a:rPr>
              <a:t>just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7E7E7E"/>
                </a:solidFill>
                <a:latin typeface="Verdana"/>
                <a:cs typeface="Verdana"/>
              </a:rPr>
              <a:t>cut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90" dirty="0">
                <a:solidFill>
                  <a:srgbClr val="7E7E7E"/>
                </a:solidFill>
                <a:latin typeface="Verdana"/>
                <a:cs typeface="Verdana"/>
              </a:rPr>
              <a:t>and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7E7E7E"/>
                </a:solidFill>
                <a:latin typeface="Verdana"/>
                <a:cs typeface="Verdana"/>
              </a:rPr>
              <a:t>paste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from</a:t>
            </a:r>
            <a:r>
              <a:rPr sz="2400" spc="-20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7E7E7E"/>
                </a:solidFill>
                <a:latin typeface="Verdana"/>
                <a:cs typeface="Verdana"/>
              </a:rPr>
              <a:t>report: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write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7E7E7E"/>
                </a:solidFill>
                <a:latin typeface="Verdana"/>
                <a:cs typeface="Verdana"/>
              </a:rPr>
              <a:t>in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7E7E7E"/>
                </a:solidFill>
                <a:latin typeface="Verdana"/>
                <a:cs typeface="Verdana"/>
              </a:rPr>
              <a:t>a </a:t>
            </a:r>
            <a:r>
              <a:rPr sz="2400" spc="-8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7E7E7E"/>
                </a:solidFill>
                <a:latin typeface="Verdana"/>
                <a:cs typeface="Verdana"/>
              </a:rPr>
              <a:t>more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7E7E7E"/>
                </a:solidFill>
                <a:latin typeface="Verdana"/>
                <a:cs typeface="Verdana"/>
              </a:rPr>
              <a:t>condensed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form</a:t>
            </a:r>
            <a:endParaRPr lang="en-US" sz="2400" spc="-95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355600" marR="133350" indent="-343535">
              <a:lnSpc>
                <a:spcPct val="1054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endParaRPr sz="2400" dirty="0">
              <a:latin typeface="Verdana"/>
              <a:cs typeface="Verdana"/>
            </a:endParaRPr>
          </a:p>
          <a:p>
            <a:pPr marL="355600" marR="295275" indent="-343535">
              <a:lnSpc>
                <a:spcPct val="110400"/>
              </a:lnSpc>
              <a:spcBef>
                <a:spcPts val="445"/>
              </a:spcBef>
              <a:buSzPct val="92307"/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600" spc="-45" dirty="0">
                <a:solidFill>
                  <a:srgbClr val="7E7E7E"/>
                </a:solidFill>
                <a:latin typeface="Verdana"/>
                <a:cs typeface="Verdana"/>
              </a:rPr>
              <a:t>Introduce</a:t>
            </a:r>
            <a:r>
              <a:rPr sz="2600" spc="-2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6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35" dirty="0">
                <a:solidFill>
                  <a:srgbClr val="7E7E7E"/>
                </a:solidFill>
                <a:latin typeface="Verdana"/>
                <a:cs typeface="Verdana"/>
              </a:rPr>
              <a:t>background</a:t>
            </a:r>
            <a:r>
              <a:rPr sz="26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30" dirty="0">
                <a:solidFill>
                  <a:srgbClr val="7E7E7E"/>
                </a:solidFill>
                <a:latin typeface="Verdana"/>
                <a:cs typeface="Verdana"/>
              </a:rPr>
              <a:t>against</a:t>
            </a:r>
            <a:r>
              <a:rPr sz="26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dirty="0">
                <a:solidFill>
                  <a:srgbClr val="7E7E7E"/>
                </a:solidFill>
                <a:latin typeface="Verdana"/>
                <a:cs typeface="Verdana"/>
              </a:rPr>
              <a:t>which</a:t>
            </a:r>
            <a:r>
              <a:rPr sz="26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105" dirty="0">
                <a:solidFill>
                  <a:srgbClr val="7E7E7E"/>
                </a:solidFill>
                <a:latin typeface="Verdana"/>
                <a:cs typeface="Verdana"/>
              </a:rPr>
              <a:t>your </a:t>
            </a:r>
            <a:r>
              <a:rPr sz="2600" spc="-90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35" dirty="0">
                <a:solidFill>
                  <a:srgbClr val="7E7E7E"/>
                </a:solidFill>
                <a:latin typeface="Verdana"/>
                <a:cs typeface="Verdana"/>
              </a:rPr>
              <a:t>rese</a:t>
            </a:r>
            <a:r>
              <a:rPr sz="2600" spc="-5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60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600" spc="-1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600" spc="-60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sz="26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20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2600" spc="-20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600" spc="-21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600" spc="-195" dirty="0">
                <a:solidFill>
                  <a:srgbClr val="7E7E7E"/>
                </a:solidFill>
                <a:latin typeface="Verdana"/>
                <a:cs typeface="Verdana"/>
              </a:rPr>
              <a:t>l </a:t>
            </a:r>
            <a:r>
              <a:rPr sz="2600" spc="145" dirty="0">
                <a:solidFill>
                  <a:srgbClr val="7E7E7E"/>
                </a:solidFill>
                <a:latin typeface="Verdana"/>
                <a:cs typeface="Verdana"/>
              </a:rPr>
              <a:t>be</a:t>
            </a:r>
            <a:r>
              <a:rPr sz="2600" spc="-204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110" dirty="0">
                <a:solidFill>
                  <a:srgbClr val="7E7E7E"/>
                </a:solidFill>
                <a:latin typeface="Verdana"/>
                <a:cs typeface="Verdana"/>
              </a:rPr>
              <a:t>conducted</a:t>
            </a:r>
            <a:endParaRPr lang="en-US" sz="2600" spc="110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355600" marR="295275" indent="-343535">
              <a:lnSpc>
                <a:spcPct val="110400"/>
              </a:lnSpc>
              <a:spcBef>
                <a:spcPts val="445"/>
              </a:spcBef>
              <a:buSzPct val="92307"/>
              <a:buFont typeface="Arial MT"/>
              <a:buChar char="•"/>
              <a:tabLst>
                <a:tab pos="355600" algn="l"/>
                <a:tab pos="356235" algn="l"/>
              </a:tabLst>
            </a:pPr>
            <a:endParaRPr sz="26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SzPct val="92307"/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600" spc="-45" dirty="0">
                <a:solidFill>
                  <a:srgbClr val="7E7E7E"/>
                </a:solidFill>
                <a:latin typeface="Verdana"/>
                <a:cs typeface="Verdana"/>
              </a:rPr>
              <a:t>Aim</a:t>
            </a:r>
            <a:r>
              <a:rPr sz="26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19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600" spc="-35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6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600" spc="-2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125" dirty="0">
                <a:solidFill>
                  <a:srgbClr val="7E7E7E"/>
                </a:solidFill>
                <a:latin typeface="Verdana"/>
                <a:cs typeface="Verdana"/>
              </a:rPr>
              <a:t>con</a:t>
            </a:r>
            <a:r>
              <a:rPr sz="2600" spc="-105" dirty="0">
                <a:solidFill>
                  <a:srgbClr val="7E7E7E"/>
                </a:solidFill>
                <a:latin typeface="Verdana"/>
                <a:cs typeface="Verdana"/>
              </a:rPr>
              <a:t>vi</a:t>
            </a:r>
            <a:r>
              <a:rPr sz="2600" spc="-165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2600" spc="235" dirty="0">
                <a:solidFill>
                  <a:srgbClr val="7E7E7E"/>
                </a:solidFill>
                <a:latin typeface="Verdana"/>
                <a:cs typeface="Verdana"/>
              </a:rPr>
              <a:t>ce</a:t>
            </a:r>
            <a:r>
              <a:rPr sz="26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14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600" spc="40" dirty="0">
                <a:solidFill>
                  <a:srgbClr val="7E7E7E"/>
                </a:solidFill>
                <a:latin typeface="Verdana"/>
                <a:cs typeface="Verdana"/>
              </a:rPr>
              <a:t>he</a:t>
            </a:r>
            <a:r>
              <a:rPr sz="26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34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600" spc="170" dirty="0">
                <a:solidFill>
                  <a:srgbClr val="7E7E7E"/>
                </a:solidFill>
                <a:latin typeface="Verdana"/>
                <a:cs typeface="Verdana"/>
              </a:rPr>
              <a:t>ea</a:t>
            </a:r>
            <a:r>
              <a:rPr sz="2600" spc="160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600" spc="-95" dirty="0">
                <a:solidFill>
                  <a:srgbClr val="7E7E7E"/>
                </a:solidFill>
                <a:latin typeface="Verdana"/>
                <a:cs typeface="Verdana"/>
              </a:rPr>
              <a:t>er</a:t>
            </a:r>
            <a:r>
              <a:rPr sz="26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35" dirty="0">
                <a:solidFill>
                  <a:srgbClr val="7E7E7E"/>
                </a:solidFill>
                <a:latin typeface="Verdana"/>
                <a:cs typeface="Verdana"/>
              </a:rPr>
              <a:t>that</a:t>
            </a:r>
            <a:r>
              <a:rPr sz="2600" spc="-2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6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175" dirty="0">
                <a:solidFill>
                  <a:srgbClr val="7E7E7E"/>
                </a:solidFill>
                <a:latin typeface="Verdana"/>
                <a:cs typeface="Verdana"/>
              </a:rPr>
              <a:t>re</a:t>
            </a:r>
            <a:r>
              <a:rPr sz="2600" spc="-19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600" spc="90" dirty="0">
                <a:solidFill>
                  <a:srgbClr val="7E7E7E"/>
                </a:solidFill>
                <a:latin typeface="Verdana"/>
                <a:cs typeface="Verdana"/>
              </a:rPr>
              <a:t>ear</a:t>
            </a:r>
            <a:r>
              <a:rPr sz="2600" spc="7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600" spc="-260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endParaRPr sz="2600" dirty="0">
              <a:latin typeface="Verdana"/>
              <a:cs typeface="Verdana"/>
            </a:endParaRPr>
          </a:p>
          <a:p>
            <a:pPr marL="758190" marR="652780" lvl="1" indent="-288290">
              <a:lnSpc>
                <a:spcPts val="2970"/>
              </a:lnSpc>
              <a:spcBef>
                <a:spcPts val="140"/>
              </a:spcBef>
              <a:buSzPct val="90909"/>
              <a:buFont typeface="Courier New"/>
              <a:buChar char="o"/>
              <a:tabLst>
                <a:tab pos="758190" algn="l"/>
              </a:tabLst>
            </a:pPr>
            <a:r>
              <a:rPr sz="2200" spc="-33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40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7E7E7E"/>
                </a:solidFill>
                <a:latin typeface="Verdana"/>
                <a:cs typeface="Verdana"/>
              </a:rPr>
              <a:t>relevant</a:t>
            </a:r>
            <a:r>
              <a:rPr sz="2200" spc="-195" dirty="0">
                <a:solidFill>
                  <a:srgbClr val="7E7E7E"/>
                </a:solidFill>
                <a:latin typeface="Verdana"/>
                <a:cs typeface="Verdana"/>
              </a:rPr>
              <a:t>,</a:t>
            </a:r>
            <a:r>
              <a:rPr sz="22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necessa</a:t>
            </a:r>
            <a:r>
              <a:rPr sz="2200" spc="-2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200" spc="-125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2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Verdana"/>
                <a:cs typeface="Verdana"/>
              </a:rPr>
              <a:t>an</a:t>
            </a:r>
            <a:r>
              <a:rPr sz="2200" spc="8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t</a:t>
            </a:r>
            <a:r>
              <a:rPr sz="2200" spc="-114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55" dirty="0">
                <a:solidFill>
                  <a:srgbClr val="7E7E7E"/>
                </a:solidFill>
                <a:latin typeface="Verdana"/>
                <a:cs typeface="Verdana"/>
              </a:rPr>
              <a:t>me</a:t>
            </a:r>
            <a:r>
              <a:rPr sz="2200" spc="-1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200" spc="-125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2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endParaRPr lang="en-US" sz="2200" spc="-150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758190" marR="652780" lvl="1" indent="-288290">
              <a:lnSpc>
                <a:spcPts val="2970"/>
              </a:lnSpc>
              <a:spcBef>
                <a:spcPts val="140"/>
              </a:spcBef>
              <a:buSzPct val="90909"/>
              <a:buFont typeface="Courier New"/>
              <a:buChar char="o"/>
              <a:tabLst>
                <a:tab pos="758190" algn="l"/>
              </a:tabLst>
            </a:pPr>
            <a:r>
              <a:rPr sz="2200" spc="-105" dirty="0">
                <a:solidFill>
                  <a:srgbClr val="7E7E7E"/>
                </a:solidFill>
                <a:latin typeface="Verdana"/>
                <a:cs typeface="Verdana"/>
              </a:rPr>
              <a:t>Ha</a:t>
            </a:r>
            <a:r>
              <a:rPr sz="2200" spc="-7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2200" spc="-10" dirty="0">
                <a:solidFill>
                  <a:srgbClr val="7E7E7E"/>
                </a:solidFill>
                <a:latin typeface="Verdana"/>
                <a:cs typeface="Verdana"/>
              </a:rPr>
              <a:t>ot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125" dirty="0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sz="2200" spc="50" dirty="0">
                <a:solidFill>
                  <a:srgbClr val="7E7E7E"/>
                </a:solidFill>
                <a:latin typeface="Verdana"/>
                <a:cs typeface="Verdana"/>
              </a:rPr>
              <a:t>een  </a:t>
            </a:r>
            <a:r>
              <a:rPr sz="2200" spc="70" dirty="0">
                <a:solidFill>
                  <a:srgbClr val="7E7E7E"/>
                </a:solidFill>
                <a:latin typeface="Verdana"/>
                <a:cs typeface="Verdana"/>
              </a:rPr>
              <a:t>done</a:t>
            </a:r>
            <a:r>
              <a:rPr sz="22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Verdana"/>
                <a:cs typeface="Verdana"/>
              </a:rPr>
              <a:t>before</a:t>
            </a:r>
            <a:endParaRPr sz="2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89479" y="0"/>
            <a:ext cx="6927850" cy="1787525"/>
            <a:chOff x="2189479" y="0"/>
            <a:chExt cx="6927850" cy="17875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916" y="0"/>
              <a:ext cx="3177413" cy="17875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89479" y="117347"/>
              <a:ext cx="4762373" cy="154368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40838" y="503885"/>
            <a:ext cx="386270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</a:t>
            </a:r>
            <a:r>
              <a:rPr spc="10" dirty="0"/>
              <a:t>r</a:t>
            </a:r>
            <a:r>
              <a:rPr dirty="0"/>
              <a:t>oduction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5929" y="1831371"/>
            <a:ext cx="8029575" cy="3710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19"/>
              </a:spcBef>
              <a:buSzPct val="92307"/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600" spc="-80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2600" spc="-65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sz="2600" spc="4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600" spc="2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6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600" spc="-20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25" dirty="0">
                <a:solidFill>
                  <a:srgbClr val="7E7E7E"/>
                </a:solidFill>
                <a:latin typeface="Verdana"/>
                <a:cs typeface="Verdana"/>
              </a:rPr>
              <a:t>pu</a:t>
            </a:r>
            <a:r>
              <a:rPr sz="2600" spc="-1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6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8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600" spc="-175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2600" spc="-19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600" spc="-2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600" spc="-8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600" spc="-190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2600" spc="-35" dirty="0">
                <a:solidFill>
                  <a:srgbClr val="7E7E7E"/>
                </a:solidFill>
                <a:latin typeface="Verdana"/>
                <a:cs typeface="Verdana"/>
              </a:rPr>
              <a:t>troducti</a:t>
            </a:r>
            <a:r>
              <a:rPr sz="2600" spc="-130" dirty="0">
                <a:solidFill>
                  <a:srgbClr val="7E7E7E"/>
                </a:solidFill>
                <a:latin typeface="Verdana"/>
                <a:cs typeface="Verdana"/>
              </a:rPr>
              <a:t>on:</a:t>
            </a:r>
            <a:endParaRPr lang="en-US" sz="2600" spc="-130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819"/>
              </a:spcBef>
              <a:buSzPct val="92307"/>
              <a:buFont typeface="Arial MT"/>
              <a:buChar char="•"/>
              <a:tabLst>
                <a:tab pos="355600" algn="l"/>
                <a:tab pos="356235" algn="l"/>
              </a:tabLst>
            </a:pPr>
            <a:endParaRPr sz="2600" dirty="0">
              <a:latin typeface="Verdana"/>
              <a:cs typeface="Verdana"/>
            </a:endParaRPr>
          </a:p>
          <a:p>
            <a:pPr marL="758190" lvl="1" indent="-288290">
              <a:lnSpc>
                <a:spcPct val="100000"/>
              </a:lnSpc>
              <a:spcBef>
                <a:spcPts val="315"/>
              </a:spcBef>
              <a:buSzPct val="90909"/>
              <a:buFont typeface="Courier New"/>
              <a:buChar char="o"/>
              <a:tabLst>
                <a:tab pos="758190" algn="l"/>
              </a:tabLst>
            </a:pPr>
            <a:r>
              <a:rPr sz="2200" spc="-155" dirty="0">
                <a:solidFill>
                  <a:srgbClr val="7E7E7E"/>
                </a:solidFill>
                <a:latin typeface="Verdana"/>
                <a:cs typeface="Verdana"/>
              </a:rPr>
              <a:t>Start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7E7E7E"/>
                </a:solidFill>
                <a:latin typeface="Verdana"/>
                <a:cs typeface="Verdana"/>
              </a:rPr>
              <a:t>with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Verdana"/>
                <a:cs typeface="Verdana"/>
              </a:rPr>
              <a:t>broad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field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7E7E7E"/>
                </a:solidFill>
                <a:latin typeface="Verdana"/>
                <a:cs typeface="Verdana"/>
              </a:rPr>
              <a:t>into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7E7E7E"/>
                </a:solidFill>
                <a:latin typeface="Verdana"/>
                <a:cs typeface="Verdana"/>
              </a:rPr>
              <a:t>which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7E7E7E"/>
                </a:solidFill>
                <a:latin typeface="Verdana"/>
                <a:cs typeface="Verdana"/>
              </a:rPr>
              <a:t>your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research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10" dirty="0">
                <a:solidFill>
                  <a:srgbClr val="7E7E7E"/>
                </a:solidFill>
                <a:latin typeface="Verdana"/>
                <a:cs typeface="Verdana"/>
              </a:rPr>
              <a:t>falls</a:t>
            </a:r>
            <a:endParaRPr sz="2200" dirty="0">
              <a:latin typeface="Verdana"/>
              <a:cs typeface="Verdana"/>
            </a:endParaRPr>
          </a:p>
          <a:p>
            <a:pPr marL="758190" marR="436880">
              <a:lnSpc>
                <a:spcPts val="3229"/>
              </a:lnSpc>
            </a:pPr>
            <a:r>
              <a:rPr sz="2200" spc="-5" dirty="0">
                <a:solidFill>
                  <a:srgbClr val="7E7E7E"/>
                </a:solidFill>
                <a:latin typeface="Courier New"/>
                <a:cs typeface="Courier New"/>
              </a:rPr>
              <a:t>o </a:t>
            </a:r>
            <a:r>
              <a:rPr sz="2200" spc="40" dirty="0">
                <a:solidFill>
                  <a:srgbClr val="7E7E7E"/>
                </a:solidFill>
                <a:latin typeface="Verdana"/>
                <a:cs typeface="Verdana"/>
              </a:rPr>
              <a:t>Become</a:t>
            </a:r>
            <a:r>
              <a:rPr sz="22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75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2200" spc="-20" dirty="0">
                <a:solidFill>
                  <a:srgbClr val="7E7E7E"/>
                </a:solidFill>
                <a:latin typeface="Verdana"/>
                <a:cs typeface="Verdana"/>
              </a:rPr>
              <a:t>ore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200" spc="-95" dirty="0">
                <a:solidFill>
                  <a:srgbClr val="7E7E7E"/>
                </a:solidFill>
                <a:latin typeface="Verdana"/>
                <a:cs typeface="Verdana"/>
              </a:rPr>
              <a:t>p</a:t>
            </a:r>
            <a:r>
              <a:rPr sz="2200" spc="204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200" spc="18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200" spc="-35" dirty="0">
                <a:solidFill>
                  <a:srgbClr val="7E7E7E"/>
                </a:solidFill>
                <a:latin typeface="Verdana"/>
                <a:cs typeface="Verdana"/>
              </a:rPr>
              <a:t>ifi</a:t>
            </a:r>
            <a:r>
              <a:rPr sz="2200" spc="-5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2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endParaRPr lang="en-US" sz="2200" spc="-150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758190" marR="436880">
              <a:lnSpc>
                <a:spcPts val="3229"/>
              </a:lnSpc>
            </a:pPr>
            <a:r>
              <a:rPr sz="2200" spc="-5" dirty="0">
                <a:solidFill>
                  <a:srgbClr val="7E7E7E"/>
                </a:solidFill>
                <a:latin typeface="Courier New"/>
                <a:cs typeface="Courier New"/>
              </a:rPr>
              <a:t>o</a:t>
            </a:r>
            <a:r>
              <a:rPr sz="220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Verdana"/>
                <a:cs typeface="Verdana"/>
              </a:rPr>
              <a:t>Lead</a:t>
            </a:r>
            <a:r>
              <a:rPr sz="22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25" dirty="0">
                <a:solidFill>
                  <a:srgbClr val="7E7E7E"/>
                </a:solidFill>
                <a:latin typeface="Verdana"/>
                <a:cs typeface="Verdana"/>
              </a:rPr>
              <a:t>nto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7E7E7E"/>
                </a:solidFill>
                <a:latin typeface="Verdana"/>
                <a:cs typeface="Verdana"/>
              </a:rPr>
              <a:t>p</a:t>
            </a:r>
            <a:r>
              <a:rPr sz="2200" spc="-8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200" spc="25" dirty="0">
                <a:solidFill>
                  <a:srgbClr val="7E7E7E"/>
                </a:solidFill>
                <a:latin typeface="Verdana"/>
                <a:cs typeface="Verdana"/>
              </a:rPr>
              <a:t>ob</a:t>
            </a:r>
            <a:r>
              <a:rPr sz="2200" spc="1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200" spc="10" dirty="0">
                <a:solidFill>
                  <a:srgbClr val="7E7E7E"/>
                </a:solidFill>
                <a:latin typeface="Verdana"/>
                <a:cs typeface="Verdana"/>
              </a:rPr>
              <a:t>em  </a:t>
            </a:r>
            <a:r>
              <a:rPr sz="2200" spc="-50" dirty="0">
                <a:solidFill>
                  <a:srgbClr val="7E7E7E"/>
                </a:solidFill>
                <a:latin typeface="Verdana"/>
                <a:cs typeface="Verdana"/>
              </a:rPr>
              <a:t>statement</a:t>
            </a:r>
            <a:r>
              <a:rPr sz="22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endParaRPr lang="en-US" sz="2200" spc="-145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758190" marR="436880">
              <a:lnSpc>
                <a:spcPts val="3229"/>
              </a:lnSpc>
            </a:pPr>
            <a:r>
              <a:rPr sz="2200" spc="-5" dirty="0">
                <a:solidFill>
                  <a:srgbClr val="7E7E7E"/>
                </a:solidFill>
                <a:latin typeface="Courier New"/>
                <a:cs typeface="Courier New"/>
              </a:rPr>
              <a:t>o</a:t>
            </a:r>
            <a:r>
              <a:rPr sz="2200" spc="1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200" spc="-120" dirty="0">
                <a:solidFill>
                  <a:srgbClr val="7E7E7E"/>
                </a:solidFill>
                <a:latin typeface="Verdana"/>
                <a:cs typeface="Verdana"/>
              </a:rPr>
              <a:t>Use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7E7E7E"/>
                </a:solidFill>
                <a:latin typeface="Verdana"/>
                <a:cs typeface="Verdana"/>
              </a:rPr>
              <a:t>references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7E7E7E"/>
                </a:solidFill>
                <a:latin typeface="Verdana"/>
                <a:cs typeface="Verdana"/>
              </a:rPr>
              <a:t>throughout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7E7E7E"/>
                </a:solidFill>
                <a:latin typeface="Verdana"/>
                <a:cs typeface="Verdana"/>
              </a:rPr>
              <a:t>(but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45" dirty="0">
                <a:solidFill>
                  <a:srgbClr val="7E7E7E"/>
                </a:solidFill>
                <a:latin typeface="Verdana"/>
                <a:cs typeface="Verdana"/>
              </a:rPr>
              <a:t>it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229" dirty="0">
                <a:solidFill>
                  <a:srgbClr val="7E7E7E"/>
                </a:solidFill>
                <a:latin typeface="Verdana"/>
                <a:cs typeface="Verdana"/>
              </a:rPr>
              <a:t>is</a:t>
            </a:r>
            <a:r>
              <a:rPr lang="en-US" sz="2200" spc="-229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25" dirty="0">
                <a:solidFill>
                  <a:srgbClr val="7E7E7E"/>
                </a:solidFill>
                <a:latin typeface="Verdana"/>
                <a:cs typeface="Verdana"/>
              </a:rPr>
              <a:t>not</a:t>
            </a:r>
            <a:r>
              <a:rPr lang="en-ZA"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lang="en-ZA" sz="22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125" dirty="0">
                <a:solidFill>
                  <a:srgbClr val="7E7E7E"/>
                </a:solidFill>
                <a:latin typeface="Verdana"/>
                <a:cs typeface="Verdana"/>
              </a:rPr>
              <a:t>full</a:t>
            </a:r>
            <a:r>
              <a:rPr lang="en-ZA"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85" dirty="0">
                <a:solidFill>
                  <a:srgbClr val="7E7E7E"/>
                </a:solidFill>
                <a:latin typeface="Verdana"/>
                <a:cs typeface="Verdana"/>
              </a:rPr>
              <a:t>literature</a:t>
            </a:r>
            <a:r>
              <a:rPr lang="en-ZA"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130" dirty="0">
                <a:solidFill>
                  <a:srgbClr val="7E7E7E"/>
                </a:solidFill>
                <a:latin typeface="Verdana"/>
                <a:cs typeface="Verdana"/>
              </a:rPr>
              <a:t>survey)</a:t>
            </a:r>
            <a:r>
              <a:rPr lang="en-ZA" sz="22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</a:p>
          <a:p>
            <a:pPr marL="758190" marR="436880">
              <a:lnSpc>
                <a:spcPts val="3229"/>
              </a:lnSpc>
            </a:pPr>
            <a:r>
              <a:rPr lang="en-ZA" sz="2200" spc="-5" dirty="0">
                <a:solidFill>
                  <a:srgbClr val="7E7E7E"/>
                </a:solidFill>
                <a:latin typeface="Courier New"/>
                <a:cs typeface="Courier New"/>
              </a:rPr>
              <a:t>o</a:t>
            </a:r>
            <a:r>
              <a:rPr lang="en-ZA" sz="2200" spc="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lang="en-ZA" sz="2200" spc="-40" dirty="0">
                <a:solidFill>
                  <a:srgbClr val="7E7E7E"/>
                </a:solidFill>
                <a:latin typeface="Verdana"/>
                <a:cs typeface="Verdana"/>
              </a:rPr>
              <a:t>Layout</a:t>
            </a:r>
            <a:r>
              <a:rPr lang="en-ZA"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5" dirty="0">
                <a:solidFill>
                  <a:srgbClr val="7E7E7E"/>
                </a:solidFill>
                <a:latin typeface="Verdana"/>
                <a:cs typeface="Verdana"/>
              </a:rPr>
              <a:t>of</a:t>
            </a:r>
            <a:r>
              <a:rPr lang="en-ZA"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145" dirty="0">
                <a:solidFill>
                  <a:srgbClr val="7E7E7E"/>
                </a:solidFill>
                <a:latin typeface="Verdana"/>
                <a:cs typeface="Verdana"/>
              </a:rPr>
              <a:t>rest</a:t>
            </a:r>
            <a:r>
              <a:rPr lang="en-ZA" sz="22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5" dirty="0">
                <a:solidFill>
                  <a:srgbClr val="7E7E7E"/>
                </a:solidFill>
                <a:latin typeface="Verdana"/>
                <a:cs typeface="Verdana"/>
              </a:rPr>
              <a:t>of </a:t>
            </a:r>
            <a:r>
              <a:rPr lang="en-ZA" sz="2200" spc="-7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60" dirty="0">
                <a:solidFill>
                  <a:srgbClr val="7E7E7E"/>
                </a:solidFill>
                <a:latin typeface="Verdana"/>
                <a:cs typeface="Verdana"/>
              </a:rPr>
              <a:t>report</a:t>
            </a:r>
            <a:endParaRPr lang="en-ZA" sz="2200" dirty="0">
              <a:latin typeface="Verdana"/>
              <a:cs typeface="Verdana"/>
            </a:endParaRPr>
          </a:p>
          <a:p>
            <a:pPr marL="758190" marR="436880">
              <a:lnSpc>
                <a:spcPts val="3229"/>
              </a:lnSpc>
            </a:pPr>
            <a:endParaRPr sz="2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37" y="131908"/>
            <a:ext cx="8808976" cy="1644950"/>
            <a:chOff x="2120516" y="-199796"/>
            <a:chExt cx="8808976" cy="1787526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2079" y="-199796"/>
              <a:ext cx="3177413" cy="17875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0516" y="-185995"/>
              <a:ext cx="4762373" cy="154368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55929" y="144608"/>
            <a:ext cx="5935217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</a:t>
            </a:r>
            <a:r>
              <a:rPr spc="10" dirty="0"/>
              <a:t>r</a:t>
            </a:r>
            <a:r>
              <a:rPr dirty="0"/>
              <a:t>oduction</a:t>
            </a:r>
            <a:r>
              <a:rPr lang="en-US" dirty="0"/>
              <a:t>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397272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4270" y="6499123"/>
            <a:ext cx="83820" cy="838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700" y="1489933"/>
            <a:ext cx="8947595" cy="18902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1668145" algn="l"/>
                <a:tab pos="5861685" algn="l"/>
              </a:tabLst>
            </a:pPr>
            <a:r>
              <a:rPr sz="2800" b="1" spc="-40" dirty="0">
                <a:solidFill>
                  <a:srgbClr val="7E7E7E"/>
                </a:solidFill>
                <a:latin typeface="Tahoma"/>
                <a:cs typeface="Tahoma"/>
              </a:rPr>
              <a:t>Example	</a:t>
            </a:r>
            <a:r>
              <a:rPr sz="2800" b="1" spc="-80" dirty="0">
                <a:solidFill>
                  <a:srgbClr val="7E7E7E"/>
                </a:solidFill>
                <a:latin typeface="Tahoma"/>
                <a:cs typeface="Tahoma"/>
              </a:rPr>
              <a:t>project</a:t>
            </a:r>
            <a:r>
              <a:rPr lang="en-US" sz="2800" b="1" spc="-80" dirty="0">
                <a:solidFill>
                  <a:srgbClr val="7E7E7E"/>
                </a:solidFill>
                <a:latin typeface="Tahoma"/>
                <a:cs typeface="Tahoma"/>
              </a:rPr>
              <a:t> title</a:t>
            </a:r>
            <a:r>
              <a:rPr sz="2800" b="1" spc="-80" dirty="0">
                <a:solidFill>
                  <a:srgbClr val="7E7E7E"/>
                </a:solidFill>
                <a:latin typeface="Tahoma"/>
                <a:cs typeface="Tahoma"/>
              </a:rPr>
              <a:t>:</a:t>
            </a:r>
            <a:r>
              <a:rPr sz="2800" b="1" spc="41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endParaRPr lang="en-US" sz="2800" b="1" spc="415" dirty="0">
              <a:solidFill>
                <a:srgbClr val="7E7E7E"/>
              </a:solidFill>
              <a:latin typeface="Tahoma"/>
              <a:cs typeface="Tahoma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 spc="-85" dirty="0">
                <a:solidFill>
                  <a:srgbClr val="7E7E7E"/>
                </a:solidFill>
                <a:latin typeface="Tahoma"/>
                <a:cs typeface="Tahoma"/>
              </a:rPr>
              <a:t>Multicasting</a:t>
            </a:r>
            <a:r>
              <a:rPr sz="2800" b="1" spc="41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b="1" spc="-120" dirty="0">
                <a:solidFill>
                  <a:srgbClr val="7E7E7E"/>
                </a:solidFill>
                <a:latin typeface="Tahoma"/>
                <a:cs typeface="Tahoma"/>
              </a:rPr>
              <a:t>of</a:t>
            </a:r>
            <a:r>
              <a:rPr lang="en-US" sz="2800" b="1" spc="-12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b="1" spc="-70" dirty="0">
                <a:solidFill>
                  <a:srgbClr val="7E7E7E"/>
                </a:solidFill>
                <a:latin typeface="Tahoma"/>
                <a:cs typeface="Tahoma"/>
              </a:rPr>
              <a:t>multimedia</a:t>
            </a:r>
            <a:r>
              <a:rPr lang="en-US" sz="2800" b="1" spc="-7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kumimoji="0" lang="en-US" sz="2800" b="1" i="0" u="none" strike="noStrike" kern="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via</a:t>
            </a:r>
            <a:r>
              <a:rPr kumimoji="0" lang="en-US" sz="2800" b="1" i="0" u="none" strike="noStrike" kern="0" cap="none" spc="13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2800" b="1" i="0" u="none" strike="noStrike" kern="0" cap="none" spc="16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</a:t>
            </a:r>
            <a:r>
              <a:rPr lang="en-US" sz="2800" b="1" kern="0" spc="12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kumimoji="0" lang="en-US" sz="2800" b="1" i="0" u="none" strike="noStrike" kern="0" cap="none" spc="-8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metropolitan</a:t>
            </a:r>
            <a:r>
              <a:rPr kumimoji="0" lang="en-US" sz="2800" b="1" i="0" u="none" strike="noStrike" kern="0" cap="none" spc="13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2800" b="1" i="0" u="none" strike="noStrike" kern="0" cap="none" spc="3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area</a:t>
            </a:r>
            <a:r>
              <a:rPr kumimoji="0" lang="en-US" sz="2800" b="1" i="0" u="none" strike="noStrike" kern="0" cap="none" spc="15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2800" b="1" i="0" u="none" strike="noStrike" kern="0" cap="none" spc="-13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network</a:t>
            </a:r>
          </a:p>
          <a:p>
            <a:pPr marL="12700">
              <a:spcBef>
                <a:spcPts val="420"/>
              </a:spcBef>
              <a:tabLst>
                <a:tab pos="1668145" algn="l"/>
                <a:tab pos="5861685" algn="l"/>
              </a:tabLst>
            </a:pPr>
            <a:endParaRPr sz="28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369252" y="2742454"/>
            <a:ext cx="8148319" cy="3756669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US" sz="2400" b="0" spc="-110" dirty="0">
                <a:latin typeface="Verdana"/>
                <a:cs typeface="Verdana"/>
              </a:rPr>
              <a:t>Could start</a:t>
            </a:r>
            <a:r>
              <a:rPr sz="2400" b="0" spc="-110" dirty="0">
                <a:latin typeface="Verdana"/>
                <a:cs typeface="Verdana"/>
              </a:rPr>
              <a:t> a statement about how the use</a:t>
            </a:r>
            <a:r>
              <a:rPr lang="en-US" sz="2400" b="0" spc="-110" dirty="0">
                <a:latin typeface="Verdana"/>
                <a:cs typeface="Verdana"/>
              </a:rPr>
              <a:t> </a:t>
            </a:r>
            <a:r>
              <a:rPr sz="2400" b="0" spc="-110" dirty="0">
                <a:latin typeface="Verdana"/>
                <a:cs typeface="Verdana"/>
              </a:rPr>
              <a:t>of multimedia data has increased</a:t>
            </a:r>
          </a:p>
          <a:p>
            <a:pPr marL="756285" marR="5080" indent="-287020">
              <a:lnSpc>
                <a:spcPct val="107500"/>
              </a:lnSpc>
              <a:spcBef>
                <a:spcPts val="555"/>
              </a:spcBef>
            </a:pPr>
            <a:r>
              <a:rPr sz="2000" b="0" dirty="0">
                <a:latin typeface="Courier New"/>
                <a:cs typeface="Courier New"/>
              </a:rPr>
              <a:t>o</a:t>
            </a:r>
            <a:r>
              <a:rPr sz="2000" b="0" spc="-140" dirty="0">
                <a:latin typeface="Courier New"/>
                <a:cs typeface="Courier New"/>
              </a:rPr>
              <a:t> </a:t>
            </a:r>
            <a:r>
              <a:rPr sz="2400" b="0" spc="-110" dirty="0">
                <a:latin typeface="Verdana"/>
                <a:cs typeface="Verdana"/>
              </a:rPr>
              <a:t>Then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15" dirty="0">
                <a:latin typeface="Verdana"/>
                <a:cs typeface="Verdana"/>
              </a:rPr>
              <a:t>move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10" dirty="0">
                <a:latin typeface="Verdana"/>
                <a:cs typeface="Verdana"/>
              </a:rPr>
              <a:t>onto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-20" dirty="0">
                <a:latin typeface="Verdana"/>
                <a:cs typeface="Verdana"/>
              </a:rPr>
              <a:t>the</a:t>
            </a:r>
            <a:r>
              <a:rPr sz="2400" b="0" spc="-190" dirty="0">
                <a:latin typeface="Verdana"/>
                <a:cs typeface="Verdana"/>
              </a:rPr>
              <a:t> </a:t>
            </a:r>
            <a:r>
              <a:rPr sz="2400" b="0" spc="-45" dirty="0">
                <a:latin typeface="Verdana"/>
                <a:cs typeface="Verdana"/>
              </a:rPr>
              <a:t>high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20" dirty="0">
                <a:latin typeface="Verdana"/>
                <a:cs typeface="Verdana"/>
              </a:rPr>
              <a:t>bandwidth  </a:t>
            </a:r>
            <a:r>
              <a:rPr sz="2400" b="0" spc="-75" dirty="0">
                <a:latin typeface="Verdana"/>
                <a:cs typeface="Verdana"/>
              </a:rPr>
              <a:t>requirements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10" dirty="0">
                <a:latin typeface="Verdana"/>
                <a:cs typeface="Verdana"/>
              </a:rPr>
              <a:t>of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-90" dirty="0">
                <a:latin typeface="Verdana"/>
                <a:cs typeface="Verdana"/>
              </a:rPr>
              <a:t>m</a:t>
            </a:r>
            <a:r>
              <a:rPr sz="2400" b="0" spc="-55" dirty="0">
                <a:latin typeface="Verdana"/>
                <a:cs typeface="Verdana"/>
              </a:rPr>
              <a:t>u</a:t>
            </a:r>
            <a:r>
              <a:rPr sz="2400" b="0" spc="-135" dirty="0">
                <a:latin typeface="Verdana"/>
                <a:cs typeface="Verdana"/>
              </a:rPr>
              <a:t>l</a:t>
            </a:r>
            <a:r>
              <a:rPr sz="2400" b="0" spc="-200" dirty="0">
                <a:latin typeface="Verdana"/>
                <a:cs typeface="Verdana"/>
              </a:rPr>
              <a:t>t</a:t>
            </a:r>
            <a:r>
              <a:rPr sz="2400" b="0" dirty="0">
                <a:latin typeface="Verdana"/>
                <a:cs typeface="Verdana"/>
              </a:rPr>
              <a:t>imedi</a:t>
            </a:r>
            <a:r>
              <a:rPr sz="2400" b="0" spc="5" dirty="0">
                <a:latin typeface="Verdana"/>
                <a:cs typeface="Verdana"/>
              </a:rPr>
              <a:t>a</a:t>
            </a:r>
            <a:r>
              <a:rPr sz="2400" b="0" spc="-175" dirty="0">
                <a:latin typeface="Verdana"/>
                <a:cs typeface="Verdana"/>
              </a:rPr>
              <a:t> </a:t>
            </a:r>
            <a:r>
              <a:rPr sz="2400" b="0" spc="170" dirty="0">
                <a:latin typeface="Verdana"/>
                <a:cs typeface="Verdana"/>
              </a:rPr>
              <a:t>d</a:t>
            </a:r>
            <a:r>
              <a:rPr sz="2400" b="0" spc="155" dirty="0">
                <a:latin typeface="Verdana"/>
                <a:cs typeface="Verdana"/>
              </a:rPr>
              <a:t>a</a:t>
            </a:r>
            <a:r>
              <a:rPr sz="2400" b="0" spc="30" dirty="0">
                <a:latin typeface="Verdana"/>
                <a:cs typeface="Verdana"/>
              </a:rPr>
              <a:t>ta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90" dirty="0">
                <a:latin typeface="Verdana"/>
                <a:cs typeface="Verdana"/>
              </a:rPr>
              <a:t>an</a:t>
            </a:r>
            <a:r>
              <a:rPr sz="2400" b="0" spc="95" dirty="0">
                <a:latin typeface="Verdana"/>
                <a:cs typeface="Verdana"/>
              </a:rPr>
              <a:t>d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-50" dirty="0">
                <a:latin typeface="Verdana"/>
                <a:cs typeface="Verdana"/>
              </a:rPr>
              <a:t>som</a:t>
            </a:r>
            <a:r>
              <a:rPr sz="2400" b="0" spc="-35" dirty="0">
                <a:latin typeface="Verdana"/>
                <a:cs typeface="Verdana"/>
              </a:rPr>
              <a:t>e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20" dirty="0">
                <a:latin typeface="Verdana"/>
                <a:cs typeface="Verdana"/>
              </a:rPr>
              <a:t>w</a:t>
            </a:r>
            <a:r>
              <a:rPr sz="2400" b="0" spc="-80" dirty="0">
                <a:latin typeface="Verdana"/>
                <a:cs typeface="Verdana"/>
              </a:rPr>
              <a:t>ays  </a:t>
            </a:r>
            <a:r>
              <a:rPr sz="2400" b="0" spc="-90" dirty="0">
                <a:latin typeface="Verdana"/>
                <a:cs typeface="Verdana"/>
              </a:rPr>
              <a:t>m</a:t>
            </a:r>
            <a:r>
              <a:rPr sz="2400" b="0" spc="-55" dirty="0">
                <a:latin typeface="Verdana"/>
                <a:cs typeface="Verdana"/>
              </a:rPr>
              <a:t>u</a:t>
            </a:r>
            <a:r>
              <a:rPr sz="2400" b="0" spc="-100" dirty="0">
                <a:latin typeface="Verdana"/>
                <a:cs typeface="Verdana"/>
              </a:rPr>
              <a:t>lti</a:t>
            </a:r>
            <a:r>
              <a:rPr sz="2400" b="0" spc="-295" dirty="0">
                <a:latin typeface="Verdana"/>
                <a:cs typeface="Verdana"/>
              </a:rPr>
              <a:t>m</a:t>
            </a:r>
            <a:r>
              <a:rPr sz="2400" b="0" spc="40" dirty="0">
                <a:latin typeface="Verdana"/>
                <a:cs typeface="Verdana"/>
              </a:rPr>
              <a:t>ed</a:t>
            </a:r>
            <a:r>
              <a:rPr sz="2400" b="0" dirty="0">
                <a:latin typeface="Verdana"/>
                <a:cs typeface="Verdana"/>
              </a:rPr>
              <a:t>i</a:t>
            </a:r>
            <a:r>
              <a:rPr sz="2400" b="0" spc="195" dirty="0">
                <a:latin typeface="Verdana"/>
                <a:cs typeface="Verdana"/>
              </a:rPr>
              <a:t>a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95" dirty="0">
                <a:latin typeface="Verdana"/>
                <a:cs typeface="Verdana"/>
              </a:rPr>
              <a:t>dat</a:t>
            </a:r>
            <a:r>
              <a:rPr sz="2400" b="0" spc="110" dirty="0">
                <a:latin typeface="Verdana"/>
                <a:cs typeface="Verdana"/>
              </a:rPr>
              <a:t>a</a:t>
            </a:r>
            <a:r>
              <a:rPr sz="2400" b="0" spc="-170" dirty="0">
                <a:latin typeface="Verdana"/>
                <a:cs typeface="Verdana"/>
              </a:rPr>
              <a:t> </a:t>
            </a:r>
            <a:r>
              <a:rPr sz="2400" b="0" spc="-180" dirty="0">
                <a:latin typeface="Verdana"/>
                <a:cs typeface="Verdana"/>
              </a:rPr>
              <a:t>i</a:t>
            </a:r>
            <a:r>
              <a:rPr sz="2400" b="0" spc="-330" dirty="0">
                <a:latin typeface="Verdana"/>
                <a:cs typeface="Verdana"/>
              </a:rPr>
              <a:t>s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290" dirty="0">
                <a:latin typeface="Verdana"/>
                <a:cs typeface="Verdana"/>
              </a:rPr>
              <a:t>c</a:t>
            </a:r>
            <a:r>
              <a:rPr sz="2400" b="0" spc="-20" dirty="0">
                <a:latin typeface="Verdana"/>
                <a:cs typeface="Verdana"/>
              </a:rPr>
              <a:t>om</a:t>
            </a:r>
            <a:r>
              <a:rPr sz="2400" b="0" spc="-15" dirty="0">
                <a:latin typeface="Verdana"/>
                <a:cs typeface="Verdana"/>
              </a:rPr>
              <a:t>m</a:t>
            </a:r>
            <a:r>
              <a:rPr sz="2400" b="0" spc="-125" dirty="0">
                <a:latin typeface="Verdana"/>
                <a:cs typeface="Verdana"/>
              </a:rPr>
              <a:t>un</a:t>
            </a:r>
            <a:r>
              <a:rPr sz="2400" b="0" spc="-65" dirty="0">
                <a:latin typeface="Verdana"/>
                <a:cs typeface="Verdana"/>
              </a:rPr>
              <a:t>i</a:t>
            </a:r>
            <a:r>
              <a:rPr sz="2400" b="0" spc="125" dirty="0">
                <a:latin typeface="Verdana"/>
                <a:cs typeface="Verdana"/>
              </a:rPr>
              <a:t>cated</a:t>
            </a:r>
            <a:endParaRPr lang="en-US" sz="2400" b="0" spc="125" dirty="0">
              <a:latin typeface="Verdana"/>
              <a:cs typeface="Verdana"/>
            </a:endParaRPr>
          </a:p>
          <a:p>
            <a:pPr marL="300355" marR="5080" indent="-288290">
              <a:lnSpc>
                <a:spcPct val="109000"/>
              </a:lnSpc>
              <a:spcBef>
                <a:spcPts val="5"/>
              </a:spcBef>
            </a:pPr>
            <a:r>
              <a:rPr lang="en-ZA" sz="2400" b="0" spc="-110" dirty="0">
                <a:latin typeface="Verdana"/>
                <a:cs typeface="Verdana"/>
              </a:rPr>
              <a:t>Outline the shortcomings of existing  approaches </a:t>
            </a:r>
          </a:p>
          <a:p>
            <a:pPr marL="354965" marR="5080" indent="-342900">
              <a:lnSpc>
                <a:spcPct val="109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n-ZA" sz="2400" b="0" spc="-110" dirty="0">
                <a:latin typeface="Verdana"/>
                <a:cs typeface="Verdana"/>
              </a:rPr>
              <a:t>Introduce multicasting &amp;  metropolitan area networks</a:t>
            </a:r>
          </a:p>
          <a:p>
            <a:pPr marL="354965" marR="5080" indent="-342900">
              <a:lnSpc>
                <a:spcPct val="109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n-ZA" sz="2400" b="0" spc="-110" dirty="0">
                <a:latin typeface="Verdana"/>
                <a:cs typeface="Verdana"/>
              </a:rPr>
              <a:t> Summarize some of the relevant existing work</a:t>
            </a:r>
          </a:p>
          <a:p>
            <a:pPr marL="756285" marR="5080" indent="-287020">
              <a:lnSpc>
                <a:spcPct val="107500"/>
              </a:lnSpc>
              <a:spcBef>
                <a:spcPts val="555"/>
              </a:spcBef>
            </a:pPr>
            <a:endParaRPr sz="2400" dirty="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25401"/>
            <a:ext cx="8003590" cy="1634868"/>
            <a:chOff x="0" y="25401"/>
            <a:chExt cx="8003590" cy="1634868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5401"/>
              <a:ext cx="2662300" cy="1422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8989" y="116839"/>
              <a:ext cx="5162931" cy="154343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5455" y="116839"/>
              <a:ext cx="2229485" cy="154343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48475" y="116839"/>
              <a:ext cx="1155115" cy="154343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59966" y="503885"/>
            <a:ext cx="57962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80" dirty="0"/>
              <a:t> </a:t>
            </a:r>
            <a:r>
              <a:rPr spc="5" dirty="0"/>
              <a:t>(cont)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4270" y="6499123"/>
            <a:ext cx="83820" cy="838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7449" y="1362442"/>
            <a:ext cx="8662861" cy="51512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5900"/>
              </a:lnSpc>
              <a:spcBef>
                <a:spcPts val="100"/>
              </a:spcBef>
              <a:buSzPct val="109090"/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200" spc="-80" dirty="0">
                <a:solidFill>
                  <a:srgbClr val="7E7E7E"/>
                </a:solidFill>
                <a:latin typeface="Verdana"/>
                <a:cs typeface="Verdana"/>
              </a:rPr>
              <a:t>Descr</a:t>
            </a:r>
            <a:r>
              <a:rPr sz="2200" spc="-3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114" dirty="0">
                <a:solidFill>
                  <a:srgbClr val="7E7E7E"/>
                </a:solidFill>
                <a:latin typeface="Verdana"/>
                <a:cs typeface="Verdana"/>
              </a:rPr>
              <a:t>be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7E7E7E"/>
                </a:solidFill>
                <a:latin typeface="Verdana"/>
                <a:cs typeface="Verdana"/>
              </a:rPr>
              <a:t>prob</a:t>
            </a:r>
            <a:r>
              <a:rPr sz="2200" spc="-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200" spc="15" dirty="0">
                <a:solidFill>
                  <a:srgbClr val="7E7E7E"/>
                </a:solidFill>
                <a:latin typeface="Verdana"/>
                <a:cs typeface="Verdana"/>
              </a:rPr>
              <a:t>em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that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05" dirty="0">
                <a:solidFill>
                  <a:srgbClr val="7E7E7E"/>
                </a:solidFill>
                <a:latin typeface="Verdana"/>
                <a:cs typeface="Verdana"/>
              </a:rPr>
              <a:t>you</a:t>
            </a:r>
            <a:r>
              <a:rPr sz="2200" spc="-7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200" spc="-9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200" spc="-15" dirty="0">
                <a:solidFill>
                  <a:srgbClr val="7E7E7E"/>
                </a:solidFill>
                <a:latin typeface="Verdana"/>
                <a:cs typeface="Verdana"/>
              </a:rPr>
              <a:t>search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10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2200" spc="-3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140" dirty="0">
                <a:solidFill>
                  <a:srgbClr val="7E7E7E"/>
                </a:solidFill>
                <a:latin typeface="Verdana"/>
                <a:cs typeface="Verdana"/>
              </a:rPr>
              <a:t>ad</a:t>
            </a:r>
            <a:r>
              <a:rPr sz="2200" spc="150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200" spc="-190" dirty="0">
                <a:solidFill>
                  <a:srgbClr val="7E7E7E"/>
                </a:solidFill>
                <a:latin typeface="Verdana"/>
                <a:cs typeface="Verdana"/>
              </a:rPr>
              <a:t>ress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40" dirty="0">
                <a:solidFill>
                  <a:srgbClr val="7E7E7E"/>
                </a:solidFill>
                <a:latin typeface="Verdana"/>
                <a:cs typeface="Verdana"/>
              </a:rPr>
              <a:t>n  </a:t>
            </a:r>
            <a:r>
              <a:rPr sz="2200" spc="-7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200" spc="-5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75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2200" spc="114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200" spc="8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200" spc="-55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13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200" spc="-35" dirty="0">
                <a:solidFill>
                  <a:srgbClr val="7E7E7E"/>
                </a:solidFill>
                <a:latin typeface="Verdana"/>
                <a:cs typeface="Verdana"/>
              </a:rPr>
              <a:t>etail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200" spc="-5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25" dirty="0">
                <a:solidFill>
                  <a:srgbClr val="7E7E7E"/>
                </a:solidFill>
                <a:latin typeface="Verdana"/>
                <a:cs typeface="Verdana"/>
              </a:rPr>
              <a:t>poss</a:t>
            </a:r>
            <a:r>
              <a:rPr sz="2200" spc="-5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35" dirty="0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sz="2200" spc="-1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200" spc="114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endParaRPr sz="2200" dirty="0">
              <a:latin typeface="Verdana"/>
              <a:cs typeface="Verdana"/>
            </a:endParaRPr>
          </a:p>
          <a:p>
            <a:pPr marL="355600" marR="770890" indent="-343535">
              <a:lnSpc>
                <a:spcPct val="106400"/>
              </a:lnSpc>
              <a:spcBef>
                <a:spcPts val="565"/>
              </a:spcBef>
              <a:buSzPct val="109090"/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200" spc="-90" dirty="0">
                <a:solidFill>
                  <a:srgbClr val="7E7E7E"/>
                </a:solidFill>
                <a:latin typeface="Verdana"/>
                <a:cs typeface="Verdana"/>
              </a:rPr>
              <a:t>Stating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7E7E7E"/>
                </a:solidFill>
                <a:latin typeface="Verdana"/>
                <a:cs typeface="Verdana"/>
              </a:rPr>
              <a:t>your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7E7E7E"/>
                </a:solidFill>
                <a:latin typeface="Verdana"/>
                <a:cs typeface="Verdana"/>
              </a:rPr>
              <a:t>title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7E7E7E"/>
                </a:solidFill>
                <a:latin typeface="Verdana"/>
                <a:cs typeface="Verdana"/>
              </a:rPr>
              <a:t>as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175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7E7E7E"/>
                </a:solidFill>
                <a:latin typeface="Verdana"/>
                <a:cs typeface="Verdana"/>
              </a:rPr>
              <a:t>question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7E7E7E"/>
                </a:solidFill>
                <a:latin typeface="Verdana"/>
                <a:cs typeface="Verdana"/>
              </a:rPr>
              <a:t>sometimes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7E7E7E"/>
                </a:solidFill>
                <a:latin typeface="Verdana"/>
                <a:cs typeface="Verdana"/>
              </a:rPr>
              <a:t>helps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10" dirty="0">
                <a:solidFill>
                  <a:srgbClr val="7E7E7E"/>
                </a:solidFill>
                <a:latin typeface="Verdana"/>
                <a:cs typeface="Verdana"/>
              </a:rPr>
              <a:t>in </a:t>
            </a:r>
            <a:r>
              <a:rPr sz="2200" spc="-7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Verdana"/>
                <a:cs typeface="Verdana"/>
              </a:rPr>
              <a:t>naming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Verdana"/>
                <a:cs typeface="Verdana"/>
              </a:rPr>
              <a:t>problem</a:t>
            </a:r>
            <a:endParaRPr lang="en-US" sz="2200" spc="-10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355600" marR="753110" indent="-343535">
              <a:lnSpc>
                <a:spcPct val="105900"/>
              </a:lnSpc>
              <a:spcBef>
                <a:spcPts val="100"/>
              </a:spcBef>
              <a:buSzPct val="109090"/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ZA" sz="2200" spc="-45" dirty="0">
                <a:solidFill>
                  <a:srgbClr val="7E7E7E"/>
                </a:solidFill>
                <a:latin typeface="Verdana"/>
                <a:cs typeface="Verdana"/>
              </a:rPr>
              <a:t>Specify</a:t>
            </a:r>
            <a:r>
              <a:rPr lang="en-ZA"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85" dirty="0">
                <a:solidFill>
                  <a:srgbClr val="7E7E7E"/>
                </a:solidFill>
                <a:latin typeface="Verdana"/>
                <a:cs typeface="Verdana"/>
              </a:rPr>
              <a:t>and</a:t>
            </a:r>
            <a:r>
              <a:rPr lang="en-ZA"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dirty="0">
                <a:solidFill>
                  <a:srgbClr val="7E7E7E"/>
                </a:solidFill>
                <a:latin typeface="Verdana"/>
                <a:cs typeface="Verdana"/>
              </a:rPr>
              <a:t>describe</a:t>
            </a:r>
            <a:r>
              <a:rPr lang="en-ZA" sz="22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95" dirty="0">
                <a:solidFill>
                  <a:srgbClr val="7E7E7E"/>
                </a:solidFill>
                <a:latin typeface="Verdana"/>
                <a:cs typeface="Verdana"/>
              </a:rPr>
              <a:t>your</a:t>
            </a:r>
            <a:r>
              <a:rPr lang="en-ZA"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30" dirty="0">
                <a:solidFill>
                  <a:srgbClr val="7E7E7E"/>
                </a:solidFill>
                <a:latin typeface="Verdana"/>
                <a:cs typeface="Verdana"/>
              </a:rPr>
              <a:t>main</a:t>
            </a:r>
            <a:r>
              <a:rPr lang="en-ZA"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25" dirty="0">
                <a:solidFill>
                  <a:srgbClr val="7E7E7E"/>
                </a:solidFill>
                <a:latin typeface="Verdana"/>
                <a:cs typeface="Verdana"/>
              </a:rPr>
              <a:t>objectives</a:t>
            </a:r>
            <a:r>
              <a:rPr lang="en-ZA"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80" dirty="0">
                <a:solidFill>
                  <a:srgbClr val="7E7E7E"/>
                </a:solidFill>
                <a:latin typeface="Verdana"/>
                <a:cs typeface="Verdana"/>
              </a:rPr>
              <a:t>and </a:t>
            </a:r>
            <a:r>
              <a:rPr lang="en-ZA" sz="2200" spc="-7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65" dirty="0">
                <a:solidFill>
                  <a:srgbClr val="7E7E7E"/>
                </a:solidFill>
                <a:latin typeface="Verdana"/>
                <a:cs typeface="Verdana"/>
              </a:rPr>
              <a:t>sub-objectives:</a:t>
            </a:r>
            <a:endParaRPr lang="en-ZA" sz="2200" dirty="0">
              <a:latin typeface="Verdana"/>
              <a:cs typeface="Verdana"/>
            </a:endParaRPr>
          </a:p>
          <a:p>
            <a:pPr marL="758190" marR="218440" lvl="1" indent="-288290">
              <a:lnSpc>
                <a:spcPct val="106000"/>
              </a:lnSpc>
              <a:spcBef>
                <a:spcPts val="295"/>
              </a:spcBef>
              <a:buFont typeface="Courier New"/>
              <a:buChar char="o"/>
              <a:tabLst>
                <a:tab pos="758190" algn="l"/>
                <a:tab pos="1151255" algn="l"/>
              </a:tabLst>
            </a:pPr>
            <a:r>
              <a:rPr lang="en-ZA" sz="2000" spc="-10" dirty="0">
                <a:solidFill>
                  <a:srgbClr val="7E7E7E"/>
                </a:solidFill>
                <a:latin typeface="Verdana"/>
                <a:cs typeface="Verdana"/>
              </a:rPr>
              <a:t>to	</a:t>
            </a:r>
            <a:r>
              <a:rPr lang="en-ZA" sz="2000" spc="-30" dirty="0">
                <a:solidFill>
                  <a:srgbClr val="7E7E7E"/>
                </a:solidFill>
                <a:latin typeface="Verdana"/>
                <a:cs typeface="Verdana"/>
              </a:rPr>
              <a:t>demonstrate</a:t>
            </a:r>
            <a:r>
              <a:rPr lang="en-ZA" sz="20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spc="95" dirty="0">
                <a:solidFill>
                  <a:srgbClr val="7E7E7E"/>
                </a:solidFill>
                <a:latin typeface="Verdana"/>
                <a:cs typeface="Verdana"/>
              </a:rPr>
              <a:t>…,</a:t>
            </a:r>
            <a:r>
              <a:rPr lang="en-ZA"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lang="en-ZA"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spc="30" dirty="0">
                <a:solidFill>
                  <a:srgbClr val="7E7E7E"/>
                </a:solidFill>
                <a:latin typeface="Verdana"/>
                <a:cs typeface="Verdana"/>
              </a:rPr>
              <a:t>evaluate…,</a:t>
            </a:r>
            <a:r>
              <a:rPr lang="en-ZA"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lang="en-ZA"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spc="-5" dirty="0">
                <a:solidFill>
                  <a:srgbClr val="7E7E7E"/>
                </a:solidFill>
                <a:latin typeface="Verdana"/>
                <a:cs typeface="Verdana"/>
              </a:rPr>
              <a:t>determine…,</a:t>
            </a:r>
            <a:r>
              <a:rPr lang="en-ZA"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spc="-10" dirty="0">
                <a:solidFill>
                  <a:srgbClr val="7E7E7E"/>
                </a:solidFill>
                <a:latin typeface="Verdana"/>
                <a:cs typeface="Verdana"/>
              </a:rPr>
              <a:t>to </a:t>
            </a:r>
            <a:r>
              <a:rPr lang="en-ZA" sz="2000" spc="-6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spc="-8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ZA" sz="2000" spc="-7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lang="en-ZA" sz="2000" spc="-12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lang="en-ZA" sz="2000" spc="-10" dirty="0">
                <a:solidFill>
                  <a:srgbClr val="7E7E7E"/>
                </a:solidFill>
                <a:latin typeface="Verdana"/>
                <a:cs typeface="Verdana"/>
              </a:rPr>
              <a:t>abl</a:t>
            </a:r>
            <a:r>
              <a:rPr lang="en-ZA" sz="2000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lang="en-ZA" sz="2000" spc="-40" dirty="0">
                <a:solidFill>
                  <a:srgbClr val="7E7E7E"/>
                </a:solidFill>
                <a:latin typeface="Verdana"/>
                <a:cs typeface="Verdana"/>
              </a:rPr>
              <a:t>sh…</a:t>
            </a:r>
            <a:r>
              <a:rPr lang="en-ZA" sz="2000" spc="-20" dirty="0">
                <a:solidFill>
                  <a:srgbClr val="7E7E7E"/>
                </a:solidFill>
                <a:latin typeface="Verdana"/>
                <a:cs typeface="Verdana"/>
              </a:rPr>
              <a:t>,</a:t>
            </a:r>
            <a:r>
              <a:rPr lang="en-ZA"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spc="-12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lang="en-ZA" sz="2000" spc="9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lang="en-ZA"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dirty="0">
                <a:solidFill>
                  <a:srgbClr val="7E7E7E"/>
                </a:solidFill>
                <a:latin typeface="Verdana"/>
                <a:cs typeface="Verdana"/>
              </a:rPr>
              <a:t>ar</a:t>
            </a:r>
            <a:r>
              <a:rPr lang="en-ZA" sz="2000" spc="-5" dirty="0">
                <a:solidFill>
                  <a:srgbClr val="7E7E7E"/>
                </a:solidFill>
                <a:latin typeface="Verdana"/>
                <a:cs typeface="Verdana"/>
              </a:rPr>
              <a:t>g</a:t>
            </a:r>
            <a:r>
              <a:rPr lang="en-ZA" sz="2000" spc="3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lang="en-ZA" sz="2000" spc="3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ZA" sz="2000" spc="95" dirty="0">
                <a:solidFill>
                  <a:srgbClr val="7E7E7E"/>
                </a:solidFill>
                <a:latin typeface="Verdana"/>
                <a:cs typeface="Verdana"/>
              </a:rPr>
              <a:t>…,</a:t>
            </a:r>
            <a:r>
              <a:rPr lang="en-ZA" sz="20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spc="-12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lang="en-ZA" sz="2000" spc="9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lang="en-ZA"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spc="-15" dirty="0">
                <a:solidFill>
                  <a:srgbClr val="7E7E7E"/>
                </a:solidFill>
                <a:latin typeface="Verdana"/>
                <a:cs typeface="Verdana"/>
              </a:rPr>
              <a:t>pr</a:t>
            </a:r>
            <a:r>
              <a:rPr lang="en-ZA" sz="2000" spc="-2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lang="en-ZA" sz="2000" spc="10" dirty="0">
                <a:solidFill>
                  <a:srgbClr val="7E7E7E"/>
                </a:solidFill>
                <a:latin typeface="Verdana"/>
                <a:cs typeface="Verdana"/>
              </a:rPr>
              <a:t>v</a:t>
            </a:r>
            <a:r>
              <a:rPr lang="en-ZA" sz="2000" spc="1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ZA" sz="20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spc="95" dirty="0">
                <a:solidFill>
                  <a:srgbClr val="7E7E7E"/>
                </a:solidFill>
                <a:latin typeface="Verdana"/>
                <a:cs typeface="Verdana"/>
              </a:rPr>
              <a:t>…,</a:t>
            </a:r>
            <a:r>
              <a:rPr lang="en-ZA" sz="20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00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ZA" sz="2000" spc="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lang="en-ZA" sz="2000" spc="25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</a:p>
          <a:p>
            <a:pPr marL="355600" marR="5080" indent="-343535">
              <a:lnSpc>
                <a:spcPct val="109300"/>
              </a:lnSpc>
              <a:spcBef>
                <a:spcPts val="650"/>
              </a:spcBef>
              <a:buSzPct val="109090"/>
              <a:buFont typeface="Arial MT"/>
              <a:buChar char="•"/>
              <a:tabLst>
                <a:tab pos="355600" algn="l"/>
                <a:tab pos="356235" algn="l"/>
                <a:tab pos="4873625" algn="l"/>
              </a:tabLst>
            </a:pPr>
            <a:r>
              <a:rPr lang="en-ZA" sz="2200" spc="-20" dirty="0">
                <a:solidFill>
                  <a:srgbClr val="7E7E7E"/>
                </a:solidFill>
                <a:latin typeface="Verdana"/>
                <a:cs typeface="Verdana"/>
              </a:rPr>
              <a:t>Def</a:t>
            </a:r>
            <a:r>
              <a:rPr lang="en-ZA" sz="2200" spc="-7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lang="en-ZA" sz="2200" spc="-150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lang="en-ZA" sz="2200" spc="114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ZA"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7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lang="en-ZA" sz="2200" spc="-105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lang="en-ZA" sz="2200" spc="114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ZA"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55" dirty="0">
                <a:solidFill>
                  <a:srgbClr val="7E7E7E"/>
                </a:solidFill>
                <a:latin typeface="Verdana"/>
                <a:cs typeface="Verdana"/>
              </a:rPr>
              <a:t>scop</a:t>
            </a:r>
            <a:r>
              <a:rPr lang="en-ZA" sz="2200" spc="6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ZA"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80" dirty="0">
                <a:solidFill>
                  <a:srgbClr val="7E7E7E"/>
                </a:solidFill>
                <a:latin typeface="Verdana"/>
                <a:cs typeface="Verdana"/>
              </a:rPr>
              <a:t>an</a:t>
            </a:r>
            <a:r>
              <a:rPr lang="en-ZA" sz="2200" spc="8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lang="en-ZA" sz="22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17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lang="en-ZA" sz="2200" spc="-16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lang="en-ZA" sz="2200" spc="-195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lang="en-ZA" sz="2200" spc="-5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lang="en-ZA" sz="2200" spc="-30" dirty="0">
                <a:solidFill>
                  <a:srgbClr val="7E7E7E"/>
                </a:solidFill>
                <a:latin typeface="Verdana"/>
                <a:cs typeface="Verdana"/>
              </a:rPr>
              <a:t>tatio</a:t>
            </a:r>
            <a:r>
              <a:rPr lang="en-ZA" sz="2200" spc="-35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lang="en-ZA" sz="2200" spc="-29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lang="en-ZA" sz="2200" dirty="0">
                <a:solidFill>
                  <a:srgbClr val="7E7E7E"/>
                </a:solidFill>
                <a:latin typeface="Verdana"/>
                <a:cs typeface="Verdana"/>
              </a:rPr>
              <a:t>	</a:t>
            </a:r>
            <a:r>
              <a:rPr lang="en-ZA" sz="2200" spc="5" dirty="0">
                <a:solidFill>
                  <a:srgbClr val="7E7E7E"/>
                </a:solidFill>
                <a:latin typeface="Verdana"/>
                <a:cs typeface="Verdana"/>
              </a:rPr>
              <a:t>of</a:t>
            </a:r>
            <a:r>
              <a:rPr lang="en-ZA" sz="22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7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lang="en-ZA" sz="2200" spc="-105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lang="en-ZA" sz="2200" spc="114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ZA"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85" dirty="0">
                <a:solidFill>
                  <a:srgbClr val="7E7E7E"/>
                </a:solidFill>
                <a:latin typeface="Verdana"/>
                <a:cs typeface="Verdana"/>
              </a:rPr>
              <a:t>rese</a:t>
            </a:r>
            <a:r>
              <a:rPr lang="en-ZA" sz="2200" spc="20" dirty="0">
                <a:solidFill>
                  <a:srgbClr val="7E7E7E"/>
                </a:solidFill>
                <a:latin typeface="Verdana"/>
                <a:cs typeface="Verdana"/>
              </a:rPr>
              <a:t>arc</a:t>
            </a:r>
            <a:r>
              <a:rPr lang="en-ZA" sz="2200" spc="35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lang="en-ZA" sz="2200" spc="-13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</a:p>
          <a:p>
            <a:pPr marL="12065" marR="5080">
              <a:lnSpc>
                <a:spcPct val="109300"/>
              </a:lnSpc>
              <a:spcBef>
                <a:spcPts val="650"/>
              </a:spcBef>
              <a:buSzPct val="109090"/>
              <a:tabLst>
                <a:tab pos="355600" algn="l"/>
                <a:tab pos="356235" algn="l"/>
                <a:tab pos="4873625" algn="l"/>
              </a:tabLst>
            </a:pPr>
            <a:r>
              <a:rPr lang="en-ZA" sz="2200" spc="-5" dirty="0">
                <a:solidFill>
                  <a:srgbClr val="7E7E7E"/>
                </a:solidFill>
                <a:latin typeface="Courier New"/>
                <a:cs typeface="Courier New"/>
              </a:rPr>
              <a:t>o  </a:t>
            </a:r>
            <a:r>
              <a:rPr lang="en-ZA" sz="2200" spc="-75" dirty="0">
                <a:solidFill>
                  <a:srgbClr val="FF0000"/>
                </a:solidFill>
                <a:latin typeface="Verdana"/>
                <a:cs typeface="Verdana"/>
              </a:rPr>
              <a:t>W</a:t>
            </a:r>
            <a:r>
              <a:rPr lang="en-ZA" sz="2200" spc="-4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lang="en-ZA" sz="2200" spc="2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lang="en-ZA" sz="2200" spc="2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lang="en-ZA" sz="2200" spc="-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-105" dirty="0">
                <a:solidFill>
                  <a:srgbClr val="FF0000"/>
                </a:solidFill>
                <a:latin typeface="Verdana"/>
                <a:cs typeface="Verdana"/>
              </a:rPr>
              <a:t>you</a:t>
            </a:r>
            <a:r>
              <a:rPr lang="en-ZA" sz="2200" spc="-7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lang="en-ZA" sz="22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-95" dirty="0">
                <a:solidFill>
                  <a:srgbClr val="FF0000"/>
                </a:solidFill>
                <a:latin typeface="Verdana"/>
                <a:cs typeface="Verdana"/>
              </a:rPr>
              <a:t>wor</a:t>
            </a:r>
            <a:r>
              <a:rPr lang="en-ZA" sz="2200" spc="-85" dirty="0">
                <a:solidFill>
                  <a:srgbClr val="FF0000"/>
                </a:solidFill>
                <a:latin typeface="Verdana"/>
                <a:cs typeface="Verdana"/>
              </a:rPr>
              <a:t>k</a:t>
            </a:r>
            <a:r>
              <a:rPr lang="en-ZA" sz="2200" spc="-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-15" dirty="0">
                <a:solidFill>
                  <a:srgbClr val="FF0000"/>
                </a:solidFill>
                <a:latin typeface="Verdana"/>
                <a:cs typeface="Verdana"/>
              </a:rPr>
              <a:t>deal</a:t>
            </a:r>
            <a:r>
              <a:rPr lang="en-ZA" sz="2200" spc="-1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lang="en-ZA" sz="2200" spc="-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-80" dirty="0">
                <a:solidFill>
                  <a:srgbClr val="FF0000"/>
                </a:solidFill>
                <a:latin typeface="Verdana"/>
                <a:cs typeface="Verdana"/>
              </a:rPr>
              <a:t>wit</a:t>
            </a:r>
            <a:r>
              <a:rPr lang="en-ZA" sz="2200" spc="-9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lang="en-ZA" sz="22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55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lang="en-ZA" sz="2200" spc="65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lang="en-ZA" sz="2200" spc="130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lang="en-ZA"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25" dirty="0">
                <a:solidFill>
                  <a:srgbClr val="FF0000"/>
                </a:solidFill>
                <a:latin typeface="Verdana"/>
                <a:cs typeface="Verdana"/>
              </a:rPr>
              <a:t>w</a:t>
            </a:r>
            <a:r>
              <a:rPr lang="en-ZA" sz="2200" dirty="0">
                <a:solidFill>
                  <a:srgbClr val="FF0000"/>
                </a:solidFill>
                <a:latin typeface="Verdana"/>
                <a:cs typeface="Verdana"/>
              </a:rPr>
              <a:t>hat</a:t>
            </a:r>
            <a:r>
              <a:rPr lang="en-ZA" sz="22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-12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lang="en-ZA" sz="2200" spc="-17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lang="en-ZA" sz="22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10" dirty="0">
                <a:solidFill>
                  <a:srgbClr val="FF0000"/>
                </a:solidFill>
                <a:latin typeface="Verdana"/>
                <a:cs typeface="Verdana"/>
              </a:rPr>
              <a:t>does</a:t>
            </a:r>
            <a:r>
              <a:rPr lang="en-ZA" sz="2200" spc="-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20" dirty="0">
                <a:solidFill>
                  <a:srgbClr val="FF0000"/>
                </a:solidFill>
                <a:latin typeface="Verdana"/>
                <a:cs typeface="Verdana"/>
              </a:rPr>
              <a:t>no</a:t>
            </a:r>
            <a:r>
              <a:rPr lang="en-ZA" sz="2200" spc="-125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lang="en-ZA" sz="22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50" dirty="0">
                <a:solidFill>
                  <a:srgbClr val="FF0000"/>
                </a:solidFill>
                <a:latin typeface="Verdana"/>
                <a:cs typeface="Verdana"/>
              </a:rPr>
              <a:t>deal  </a:t>
            </a:r>
            <a:r>
              <a:rPr lang="en-ZA" sz="2200" spc="-85" dirty="0">
                <a:solidFill>
                  <a:srgbClr val="7E7E7E"/>
                </a:solidFill>
                <a:latin typeface="Verdana"/>
                <a:cs typeface="Verdana"/>
              </a:rPr>
              <a:t>with</a:t>
            </a:r>
            <a:endParaRPr lang="en-ZA" sz="2200" dirty="0">
              <a:latin typeface="Verdana"/>
              <a:cs typeface="Verdana"/>
            </a:endParaRPr>
          </a:p>
          <a:p>
            <a:pPr marL="469900" lvl="1">
              <a:lnSpc>
                <a:spcPct val="100000"/>
              </a:lnSpc>
              <a:spcBef>
                <a:spcPts val="710"/>
              </a:spcBef>
              <a:buSzPct val="90909"/>
              <a:tabLst>
                <a:tab pos="758190" algn="l"/>
              </a:tabLst>
            </a:pPr>
            <a:r>
              <a:rPr lang="en-ZA" sz="2200" spc="-160" dirty="0">
                <a:solidFill>
                  <a:srgbClr val="7E7E7E"/>
                </a:solidFill>
                <a:latin typeface="Verdana"/>
                <a:cs typeface="Verdana"/>
              </a:rPr>
              <a:t>“</a:t>
            </a:r>
            <a:r>
              <a:rPr lang="en-ZA" sz="2200" spc="-160" dirty="0">
                <a:solidFill>
                  <a:srgbClr val="FF0000"/>
                </a:solidFill>
                <a:latin typeface="Verdana"/>
                <a:cs typeface="Verdana"/>
              </a:rPr>
              <a:t>Th</a:t>
            </a:r>
            <a:r>
              <a:rPr lang="en-ZA" sz="2200" spc="-7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lang="en-ZA" sz="2200" spc="-29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lang="en-ZA" sz="2200" spc="-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-95" dirty="0">
                <a:solidFill>
                  <a:srgbClr val="FF0000"/>
                </a:solidFill>
                <a:latin typeface="Verdana"/>
                <a:cs typeface="Verdana"/>
              </a:rPr>
              <a:t>wor</a:t>
            </a:r>
            <a:r>
              <a:rPr lang="en-ZA" sz="2200" spc="-85" dirty="0">
                <a:solidFill>
                  <a:srgbClr val="FF0000"/>
                </a:solidFill>
                <a:latin typeface="Verdana"/>
                <a:cs typeface="Verdana"/>
              </a:rPr>
              <a:t>k</a:t>
            </a:r>
            <a:r>
              <a:rPr lang="en-ZA" sz="22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10" dirty="0">
                <a:solidFill>
                  <a:srgbClr val="FF0000"/>
                </a:solidFill>
                <a:latin typeface="Verdana"/>
                <a:cs typeface="Verdana"/>
              </a:rPr>
              <a:t>does</a:t>
            </a:r>
            <a:r>
              <a:rPr lang="en-ZA" sz="2200" spc="-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20" dirty="0">
                <a:solidFill>
                  <a:srgbClr val="FF0000"/>
                </a:solidFill>
                <a:latin typeface="Verdana"/>
                <a:cs typeface="Verdana"/>
              </a:rPr>
              <a:t>no</a:t>
            </a:r>
            <a:r>
              <a:rPr lang="en-ZA" sz="2200" spc="-125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lang="en-ZA" sz="2200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ZA" sz="2200" spc="27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lang="en-ZA" sz="2200" spc="-120" dirty="0">
                <a:solidFill>
                  <a:srgbClr val="FF0000"/>
                </a:solidFill>
                <a:latin typeface="Verdana"/>
                <a:cs typeface="Verdana"/>
              </a:rPr>
              <a:t>ons</a:t>
            </a:r>
            <a:r>
              <a:rPr lang="en-ZA" sz="2200" spc="-5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lang="en-ZA" sz="2200" spc="75" dirty="0">
                <a:solidFill>
                  <a:srgbClr val="FF0000"/>
                </a:solidFill>
                <a:latin typeface="Verdana"/>
                <a:cs typeface="Verdana"/>
              </a:rPr>
              <a:t>der</a:t>
            </a:r>
            <a:r>
              <a:rPr lang="en-ZA" sz="2200" spc="75" dirty="0">
                <a:solidFill>
                  <a:srgbClr val="7E7E7E"/>
                </a:solidFill>
                <a:latin typeface="Verdana"/>
                <a:cs typeface="Verdana"/>
              </a:rPr>
              <a:t>…”</a:t>
            </a:r>
            <a:endParaRPr lang="en-ZA" sz="22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850"/>
              </a:spcBef>
              <a:buSzPct val="109090"/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ZA" sz="2200" spc="-75" dirty="0">
                <a:solidFill>
                  <a:srgbClr val="7E7E7E"/>
                </a:solidFill>
                <a:latin typeface="Verdana"/>
                <a:cs typeface="Verdana"/>
              </a:rPr>
              <a:t>Stat</a:t>
            </a:r>
            <a:r>
              <a:rPr lang="en-ZA" sz="2200" spc="-8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ZA"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5" dirty="0">
                <a:solidFill>
                  <a:srgbClr val="7E7E7E"/>
                </a:solidFill>
                <a:latin typeface="Verdana"/>
                <a:cs typeface="Verdana"/>
              </a:rPr>
              <a:t>an</a:t>
            </a:r>
            <a:r>
              <a:rPr lang="en-ZA" sz="2200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lang="en-ZA"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185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lang="en-ZA" sz="2200" spc="-145" dirty="0">
                <a:solidFill>
                  <a:srgbClr val="7E7E7E"/>
                </a:solidFill>
                <a:latin typeface="Verdana"/>
                <a:cs typeface="Verdana"/>
              </a:rPr>
              <a:t>ssumpt</a:t>
            </a:r>
            <a:r>
              <a:rPr lang="en-ZA" sz="2200" spc="-6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lang="en-ZA" sz="2200" spc="-85" dirty="0">
                <a:solidFill>
                  <a:srgbClr val="7E7E7E"/>
                </a:solidFill>
                <a:latin typeface="Verdana"/>
                <a:cs typeface="Verdana"/>
              </a:rPr>
              <a:t>ons</a:t>
            </a:r>
            <a:r>
              <a:rPr lang="en-ZA"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30" dirty="0">
                <a:solidFill>
                  <a:srgbClr val="7E7E7E"/>
                </a:solidFill>
                <a:latin typeface="Verdana"/>
                <a:cs typeface="Verdana"/>
              </a:rPr>
              <a:t>that</a:t>
            </a:r>
            <a:r>
              <a:rPr lang="en-ZA"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35" dirty="0">
                <a:solidFill>
                  <a:srgbClr val="7E7E7E"/>
                </a:solidFill>
                <a:latin typeface="Verdana"/>
                <a:cs typeface="Verdana"/>
              </a:rPr>
              <a:t>yo</a:t>
            </a:r>
            <a:r>
              <a:rPr lang="en-ZA" sz="2200" spc="-3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lang="en-ZA"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-65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lang="en-ZA" sz="2200" spc="-3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lang="en-ZA" sz="2200" spc="114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ZA"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35" dirty="0">
                <a:solidFill>
                  <a:srgbClr val="7E7E7E"/>
                </a:solidFill>
                <a:latin typeface="Verdana"/>
                <a:cs typeface="Verdana"/>
              </a:rPr>
              <a:t>awar</a:t>
            </a:r>
            <a:r>
              <a:rPr lang="en-ZA" sz="2200" spc="4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ZA"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ZA" sz="2200" spc="5" dirty="0">
                <a:solidFill>
                  <a:srgbClr val="7E7E7E"/>
                </a:solidFill>
                <a:latin typeface="Verdana"/>
                <a:cs typeface="Verdana"/>
              </a:rPr>
              <a:t>of</a:t>
            </a:r>
            <a:endParaRPr lang="en-ZA" sz="2000" dirty="0">
              <a:latin typeface="Verdana"/>
              <a:cs typeface="Verdana"/>
            </a:endParaRPr>
          </a:p>
          <a:p>
            <a:pPr marL="355600" marR="770890" indent="-343535">
              <a:lnSpc>
                <a:spcPct val="106400"/>
              </a:lnSpc>
              <a:spcBef>
                <a:spcPts val="565"/>
              </a:spcBef>
              <a:buSzPct val="109090"/>
              <a:buFont typeface="Arial MT"/>
              <a:buChar char="•"/>
              <a:tabLst>
                <a:tab pos="355600" algn="l"/>
                <a:tab pos="356235" algn="l"/>
              </a:tabLst>
            </a:pPr>
            <a:endParaRPr sz="2200" dirty="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304151"/>
            <a:ext cx="6708775" cy="1544320"/>
            <a:chOff x="362584" y="2413126"/>
            <a:chExt cx="6708775" cy="154432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584" y="2413126"/>
              <a:ext cx="3671062" cy="15438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7181" y="2413126"/>
              <a:ext cx="1286129" cy="15438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66845" y="2413126"/>
              <a:ext cx="3604005" cy="154381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4509" y="500878"/>
            <a:ext cx="58039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2E5796"/>
                </a:solidFill>
                <a:latin typeface="Palatino Linotype"/>
                <a:cs typeface="Palatino Linotype"/>
              </a:rPr>
              <a:t>Problem</a:t>
            </a:r>
            <a:r>
              <a:rPr sz="5400" spc="-100" dirty="0">
                <a:solidFill>
                  <a:srgbClr val="2E5796"/>
                </a:solidFill>
                <a:latin typeface="Palatino Linotype"/>
                <a:cs typeface="Palatino Linotype"/>
              </a:rPr>
              <a:t> </a:t>
            </a:r>
            <a:r>
              <a:rPr sz="5400" spc="-5" dirty="0">
                <a:solidFill>
                  <a:srgbClr val="2E5796"/>
                </a:solidFill>
                <a:latin typeface="Palatino Linotype"/>
                <a:cs typeface="Palatino Linotype"/>
              </a:rPr>
              <a:t>Statement</a:t>
            </a:r>
            <a:endParaRPr sz="5400" dirty="0">
              <a:latin typeface="Palatino Linotype"/>
              <a:cs typeface="Palatino Linotyp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63015" y="32368"/>
            <a:ext cx="1673225" cy="133007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8200" y="6499859"/>
            <a:ext cx="83820" cy="838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1655191"/>
            <a:ext cx="8281670" cy="2401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14629" indent="-342900">
              <a:lnSpc>
                <a:spcPct val="1054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0" dirty="0">
                <a:solidFill>
                  <a:srgbClr val="7E7E7E"/>
                </a:solidFill>
                <a:latin typeface="Verdana"/>
                <a:cs typeface="Verdana"/>
              </a:rPr>
              <a:t>Identif</a:t>
            </a:r>
            <a:r>
              <a:rPr sz="2400" spc="-120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FF0000"/>
                </a:solidFill>
                <a:latin typeface="Verdana"/>
                <a:cs typeface="Verdana"/>
              </a:rPr>
              <a:t>methods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7E7E7E"/>
                </a:solidFill>
                <a:latin typeface="Verdana"/>
                <a:cs typeface="Verdana"/>
              </a:rPr>
              <a:t>yo</a:t>
            </a:r>
            <a:r>
              <a:rPr sz="2400" spc="-3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1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13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US" sz="2400" spc="130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7E7E7E"/>
                </a:solidFill>
                <a:latin typeface="Verdana"/>
                <a:cs typeface="Verdana"/>
              </a:rPr>
              <a:t>address  </a:t>
            </a:r>
            <a:r>
              <a:rPr sz="2400" spc="-110" dirty="0">
                <a:solidFill>
                  <a:srgbClr val="7E7E7E"/>
                </a:solidFill>
                <a:latin typeface="Verdana"/>
                <a:cs typeface="Verdana"/>
              </a:rPr>
              <a:t>you</a:t>
            </a:r>
            <a:r>
              <a:rPr sz="2400" spc="-7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2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400" spc="120" dirty="0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sz="2400" spc="-70" dirty="0">
                <a:solidFill>
                  <a:srgbClr val="7E7E7E"/>
                </a:solidFill>
                <a:latin typeface="Verdana"/>
                <a:cs typeface="Verdana"/>
              </a:rPr>
              <a:t>jective</a:t>
            </a:r>
            <a:r>
              <a:rPr sz="2400" spc="-6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430" dirty="0">
                <a:solidFill>
                  <a:srgbClr val="7E7E7E"/>
                </a:solidFill>
                <a:latin typeface="Verdana"/>
                <a:cs typeface="Verdana"/>
              </a:rPr>
              <a:t>:</a:t>
            </a:r>
            <a:endParaRPr sz="2400" dirty="0">
              <a:latin typeface="Verdana"/>
              <a:cs typeface="Verdana"/>
            </a:endParaRPr>
          </a:p>
          <a:p>
            <a:pPr marL="757555" lvl="1" indent="-288290">
              <a:lnSpc>
                <a:spcPct val="100000"/>
              </a:lnSpc>
              <a:spcBef>
                <a:spcPts val="254"/>
              </a:spcBef>
              <a:buFont typeface="Courier New"/>
              <a:buChar char="o"/>
              <a:tabLst>
                <a:tab pos="758190" algn="l"/>
              </a:tabLst>
            </a:pPr>
            <a:r>
              <a:rPr sz="2000" spc="-10" dirty="0">
                <a:solidFill>
                  <a:srgbClr val="7E7E7E"/>
                </a:solidFill>
                <a:latin typeface="Verdana"/>
                <a:cs typeface="Verdana"/>
              </a:rPr>
              <a:t>Which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7E7E7E"/>
                </a:solidFill>
                <a:latin typeface="Verdana"/>
                <a:cs typeface="Verdana"/>
              </a:rPr>
              <a:t>paradigms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Verdana"/>
                <a:cs typeface="Verdana"/>
              </a:rPr>
              <a:t>and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7E7E7E"/>
                </a:solidFill>
                <a:latin typeface="Verdana"/>
                <a:cs typeface="Verdana"/>
              </a:rPr>
              <a:t>tools?</a:t>
            </a:r>
            <a:r>
              <a:rPr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endParaRPr lang="en-US" sz="2000" spc="-145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757555" lvl="1" indent="-288290">
              <a:lnSpc>
                <a:spcPct val="100000"/>
              </a:lnSpc>
              <a:spcBef>
                <a:spcPts val="254"/>
              </a:spcBef>
              <a:buFont typeface="Courier New"/>
              <a:buChar char="o"/>
              <a:tabLst>
                <a:tab pos="758190" algn="l"/>
              </a:tabLst>
            </a:pPr>
            <a:r>
              <a:rPr sz="2000" spc="-10" dirty="0">
                <a:solidFill>
                  <a:srgbClr val="7E7E7E"/>
                </a:solidFill>
                <a:latin typeface="Verdana"/>
                <a:cs typeface="Verdana"/>
              </a:rPr>
              <a:t>What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140" dirty="0">
                <a:solidFill>
                  <a:srgbClr val="7E7E7E"/>
                </a:solidFill>
                <a:latin typeface="Verdana"/>
                <a:cs typeface="Verdana"/>
              </a:rPr>
              <a:t>code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lang="en-US" sz="2000" spc="105" dirty="0">
                <a:solidFill>
                  <a:srgbClr val="7E7E7E"/>
                </a:solidFill>
                <a:latin typeface="Verdana"/>
                <a:cs typeface="Verdana"/>
              </a:rPr>
              <a:t>id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z="2000" spc="-25" dirty="0">
                <a:solidFill>
                  <a:srgbClr val="7E7E7E"/>
                </a:solidFill>
                <a:latin typeface="Verdana"/>
                <a:cs typeface="Verdana"/>
              </a:rPr>
              <a:t>use</a:t>
            </a:r>
            <a:r>
              <a:rPr lang="en-US" sz="2000" spc="40" dirty="0">
                <a:solidFill>
                  <a:srgbClr val="7E7E7E"/>
                </a:solidFill>
                <a:latin typeface="Verdana"/>
                <a:cs typeface="Verdana"/>
              </a:rPr>
              <a:t>.</a:t>
            </a:r>
            <a:endParaRPr sz="2000" dirty="0">
              <a:latin typeface="Verdana"/>
              <a:cs typeface="Verdana"/>
            </a:endParaRPr>
          </a:p>
          <a:p>
            <a:pPr marL="757555" lvl="1" indent="-288290">
              <a:lnSpc>
                <a:spcPct val="100000"/>
              </a:lnSpc>
              <a:spcBef>
                <a:spcPts val="755"/>
              </a:spcBef>
              <a:buFont typeface="Courier New"/>
              <a:buChar char="o"/>
              <a:tabLst>
                <a:tab pos="758190" algn="l"/>
              </a:tabLst>
            </a:pPr>
            <a:r>
              <a:rPr sz="2000" spc="-10" dirty="0">
                <a:solidFill>
                  <a:srgbClr val="7E7E7E"/>
                </a:solidFill>
                <a:latin typeface="Verdana"/>
                <a:cs typeface="Verdana"/>
              </a:rPr>
              <a:t>What</a:t>
            </a:r>
            <a:r>
              <a:rPr sz="20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7E7E7E"/>
                </a:solidFill>
                <a:latin typeface="Verdana"/>
                <a:cs typeface="Verdana"/>
              </a:rPr>
              <a:t>experiments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z="2000" spc="-25" dirty="0">
                <a:solidFill>
                  <a:srgbClr val="7E7E7E"/>
                </a:solidFill>
                <a:latin typeface="Verdana"/>
                <a:cs typeface="Verdana"/>
              </a:rPr>
              <a:t>used</a:t>
            </a:r>
            <a:r>
              <a:rPr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7E7E7E"/>
                </a:solidFill>
                <a:latin typeface="Verdana"/>
                <a:cs typeface="Verdana"/>
              </a:rPr>
              <a:t>need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7E7E7E"/>
                </a:solidFill>
                <a:latin typeface="Verdana"/>
                <a:cs typeface="Verdana"/>
              </a:rPr>
              <a:t>conduct?</a:t>
            </a:r>
            <a:r>
              <a:rPr sz="2000" spc="-1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7E7E7E"/>
                </a:solidFill>
                <a:latin typeface="Verdana"/>
                <a:cs typeface="Verdana"/>
              </a:rPr>
              <a:t>(briefly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7E7E7E"/>
                </a:solidFill>
                <a:latin typeface="Verdana"/>
                <a:cs typeface="Verdana"/>
              </a:rPr>
              <a:t>outline)</a:t>
            </a:r>
            <a:endParaRPr sz="20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1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60" dirty="0">
                <a:solidFill>
                  <a:srgbClr val="7E7E7E"/>
                </a:solidFill>
                <a:latin typeface="Verdana"/>
                <a:cs typeface="Verdana"/>
              </a:rPr>
              <a:t>Mu</a:t>
            </a:r>
            <a:r>
              <a:rPr sz="2400" spc="-26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7E7E7E"/>
                </a:solidFill>
                <a:latin typeface="Verdana"/>
                <a:cs typeface="Verdana"/>
              </a:rPr>
              <a:t>tie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00" dirty="0">
                <a:solidFill>
                  <a:srgbClr val="7E7E7E"/>
                </a:solidFill>
                <a:latin typeface="Verdana"/>
                <a:cs typeface="Verdana"/>
              </a:rPr>
              <a:t>bac</a:t>
            </a:r>
            <a:r>
              <a:rPr sz="2400" spc="105" dirty="0">
                <a:solidFill>
                  <a:srgbClr val="7E7E7E"/>
                </a:solidFill>
                <a:latin typeface="Verdana"/>
                <a:cs typeface="Verdana"/>
              </a:rPr>
              <a:t>k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400" spc="12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400" spc="-185" dirty="0">
                <a:solidFill>
                  <a:srgbClr val="7E7E7E"/>
                </a:solidFill>
                <a:latin typeface="Verdana"/>
                <a:cs typeface="Verdana"/>
              </a:rPr>
              <a:t>ur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7E7E7E"/>
                </a:solidFill>
                <a:latin typeface="Verdana"/>
                <a:cs typeface="Verdana"/>
              </a:rPr>
              <a:t>research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2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400" spc="114" dirty="0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sz="2400" spc="-70" dirty="0">
                <a:solidFill>
                  <a:srgbClr val="7E7E7E"/>
                </a:solidFill>
                <a:latin typeface="Verdana"/>
                <a:cs typeface="Verdana"/>
              </a:rPr>
              <a:t>jectives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8943" y="5763259"/>
            <a:ext cx="193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5" dirty="0">
                <a:solidFill>
                  <a:srgbClr val="585858"/>
                </a:solidFill>
                <a:latin typeface="Verdana"/>
                <a:cs typeface="Verdana"/>
              </a:rPr>
              <a:t>13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6060440"/>
            <a:ext cx="12318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7E7E7E"/>
                </a:solidFill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21510" y="0"/>
            <a:ext cx="7186930" cy="1685289"/>
            <a:chOff x="1921510" y="0"/>
            <a:chExt cx="7186930" cy="168528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619" y="0"/>
              <a:ext cx="2250821" cy="168528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21510" y="45719"/>
              <a:ext cx="5033645" cy="154355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372614" y="432561"/>
            <a:ext cx="413257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Methodol</a:t>
            </a:r>
            <a:r>
              <a:rPr spc="10" dirty="0"/>
              <a:t>o</a:t>
            </a:r>
            <a:r>
              <a:rPr spc="-5" dirty="0"/>
              <a:t>gy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B647154F-AAD9-5163-7026-81F497AFA53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3847" y="45719"/>
            <a:ext cx="1991614" cy="14284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8200" y="6499859"/>
            <a:ext cx="83820" cy="838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68943" y="5831840"/>
            <a:ext cx="193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5" dirty="0">
                <a:solidFill>
                  <a:srgbClr val="585858"/>
                </a:solidFill>
                <a:latin typeface="Verdana"/>
                <a:cs typeface="Verdana"/>
              </a:rPr>
              <a:t>11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8208" y="320014"/>
            <a:ext cx="3751961" cy="77104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06370" y="344170"/>
            <a:ext cx="37344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Backgr</a:t>
            </a:r>
            <a:r>
              <a:rPr spc="15" dirty="0"/>
              <a:t>o</a:t>
            </a:r>
            <a:r>
              <a:rPr spc="-5" dirty="0"/>
              <a:t>und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2161158"/>
            <a:ext cx="8021320" cy="35439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sz="2200" spc="125" dirty="0">
                <a:solidFill>
                  <a:srgbClr val="7E7E7E"/>
                </a:solidFill>
                <a:latin typeface="Verdana"/>
                <a:cs typeface="Verdana"/>
              </a:rPr>
              <a:t>Add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7E7E7E"/>
                </a:solidFill>
                <a:latin typeface="Verdana"/>
                <a:cs typeface="Verdana"/>
              </a:rPr>
              <a:t>information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that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229" dirty="0">
                <a:solidFill>
                  <a:srgbClr val="7E7E7E"/>
                </a:solidFill>
                <a:latin typeface="Verdana"/>
                <a:cs typeface="Verdana"/>
              </a:rPr>
              <a:t>is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7E7E7E"/>
                </a:solidFill>
                <a:latin typeface="Verdana"/>
                <a:cs typeface="Verdana"/>
              </a:rPr>
              <a:t>required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7E7E7E"/>
                </a:solidFill>
                <a:latin typeface="Verdana"/>
                <a:cs typeface="Verdana"/>
              </a:rPr>
              <a:t>understand:</a:t>
            </a:r>
            <a:endParaRPr sz="2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o</a:t>
            </a:r>
            <a:r>
              <a:rPr sz="2000" spc="-1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65" dirty="0">
                <a:solidFill>
                  <a:srgbClr val="7E7E7E"/>
                </a:solidFill>
                <a:latin typeface="Verdana"/>
                <a:cs typeface="Verdana"/>
              </a:rPr>
              <a:t>Your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Verdana"/>
                <a:cs typeface="Verdana"/>
              </a:rPr>
              <a:t>topic</a:t>
            </a:r>
            <a:r>
              <a:rPr sz="20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endParaRPr lang="en-US" sz="2000" spc="-155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o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65" dirty="0">
                <a:solidFill>
                  <a:srgbClr val="7E7E7E"/>
                </a:solidFill>
                <a:latin typeface="Verdana"/>
                <a:cs typeface="Verdana"/>
              </a:rPr>
              <a:t>Your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7E7E7E"/>
                </a:solidFill>
                <a:latin typeface="Verdana"/>
                <a:cs typeface="Verdana"/>
              </a:rPr>
              <a:t>contribution</a:t>
            </a:r>
            <a:endParaRPr lang="en-US" sz="2000" spc="-35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</a:pP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o </a:t>
            </a:r>
            <a:r>
              <a:rPr sz="2000" spc="10" dirty="0">
                <a:solidFill>
                  <a:srgbClr val="7E7E7E"/>
                </a:solidFill>
                <a:latin typeface="Verdana"/>
                <a:cs typeface="Verdana"/>
              </a:rPr>
              <a:t>Related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7E7E7E"/>
                </a:solidFill>
                <a:latin typeface="Verdana"/>
                <a:cs typeface="Verdana"/>
              </a:rPr>
              <a:t>work</a:t>
            </a:r>
            <a:endParaRPr sz="20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180"/>
              </a:spcBef>
              <a:buSzPct val="109090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30" dirty="0">
                <a:solidFill>
                  <a:srgbClr val="7E7E7E"/>
                </a:solidFill>
                <a:latin typeface="Verdana"/>
                <a:cs typeface="Verdana"/>
              </a:rPr>
              <a:t>For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Verdana"/>
                <a:cs typeface="Verdana"/>
              </a:rPr>
              <a:t>exam</a:t>
            </a:r>
            <a:r>
              <a:rPr sz="2200" spc="-35" dirty="0">
                <a:solidFill>
                  <a:srgbClr val="7E7E7E"/>
                </a:solidFill>
                <a:latin typeface="Verdana"/>
                <a:cs typeface="Verdana"/>
              </a:rPr>
              <a:t>p</a:t>
            </a:r>
            <a:r>
              <a:rPr sz="2200" spc="-1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200" spc="-140" dirty="0">
                <a:solidFill>
                  <a:srgbClr val="7E7E7E"/>
                </a:solidFill>
                <a:latin typeface="Verdana"/>
                <a:cs typeface="Verdana"/>
              </a:rPr>
              <a:t>e:</a:t>
            </a:r>
            <a:endParaRPr sz="22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</a:pP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o</a:t>
            </a:r>
            <a:r>
              <a:rPr sz="2000" spc="-1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40" dirty="0">
                <a:solidFill>
                  <a:srgbClr val="7E7E7E"/>
                </a:solidFill>
                <a:latin typeface="Verdana"/>
                <a:cs typeface="Verdana"/>
              </a:rPr>
              <a:t>Descri</a:t>
            </a:r>
            <a:r>
              <a:rPr sz="2000" spc="-55" dirty="0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sz="2000" spc="11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7E7E7E"/>
                </a:solidFill>
                <a:latin typeface="Verdana"/>
                <a:cs typeface="Verdana"/>
              </a:rPr>
              <a:t>v</a:t>
            </a:r>
            <a:r>
              <a:rPr sz="2000" spc="-55" dirty="0">
                <a:solidFill>
                  <a:srgbClr val="7E7E7E"/>
                </a:solidFill>
                <a:latin typeface="Verdana"/>
                <a:cs typeface="Verdana"/>
              </a:rPr>
              <a:t>ar</a:t>
            </a:r>
            <a:r>
              <a:rPr sz="2000" spc="-2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000" spc="-5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us</a:t>
            </a:r>
            <a:r>
              <a:rPr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000" spc="100" dirty="0">
                <a:solidFill>
                  <a:srgbClr val="7E7E7E"/>
                </a:solidFill>
                <a:latin typeface="Verdana"/>
                <a:cs typeface="Verdana"/>
              </a:rPr>
              <a:t>g</a:t>
            </a:r>
            <a:r>
              <a:rPr sz="2000" spc="8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000" spc="-24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000" spc="-17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000" spc="-80" dirty="0">
                <a:solidFill>
                  <a:srgbClr val="7E7E7E"/>
                </a:solidFill>
                <a:latin typeface="Verdana"/>
                <a:cs typeface="Verdana"/>
              </a:rPr>
              <a:t>th</a:t>
            </a:r>
            <a:r>
              <a:rPr sz="2000" spc="-165" dirty="0">
                <a:solidFill>
                  <a:srgbClr val="7E7E7E"/>
                </a:solidFill>
                <a:latin typeface="Verdana"/>
                <a:cs typeface="Verdana"/>
              </a:rPr>
              <a:t>ms</a:t>
            </a:r>
            <a:r>
              <a:rPr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75" dirty="0">
                <a:solidFill>
                  <a:srgbClr val="7E7E7E"/>
                </a:solidFill>
                <a:latin typeface="Verdana"/>
                <a:cs typeface="Verdana"/>
              </a:rPr>
              <a:t>an</a:t>
            </a:r>
            <a:r>
              <a:rPr sz="2000" spc="80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sz="2000" spc="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000" spc="25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7E7E7E"/>
                </a:solidFill>
                <a:latin typeface="Verdana"/>
                <a:cs typeface="Verdana"/>
              </a:rPr>
              <a:t>they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7E7E7E"/>
                </a:solidFill>
                <a:latin typeface="Verdana"/>
                <a:cs typeface="Verdana"/>
              </a:rPr>
              <a:t>wor</a:t>
            </a:r>
            <a:r>
              <a:rPr sz="2000" spc="-75" dirty="0">
                <a:solidFill>
                  <a:srgbClr val="7E7E7E"/>
                </a:solidFill>
                <a:latin typeface="Verdana"/>
                <a:cs typeface="Verdana"/>
              </a:rPr>
              <a:t>k</a:t>
            </a:r>
            <a:r>
              <a:rPr sz="2000" spc="-13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endParaRPr lang="en-US" sz="2000" spc="-135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</a:pP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o</a:t>
            </a:r>
            <a:r>
              <a:rPr sz="2000" spc="-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40" dirty="0">
                <a:solidFill>
                  <a:srgbClr val="7E7E7E"/>
                </a:solidFill>
                <a:latin typeface="Verdana"/>
                <a:cs typeface="Verdana"/>
              </a:rPr>
              <a:t>Descri</a:t>
            </a:r>
            <a:r>
              <a:rPr sz="2000" spc="-55" dirty="0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sz="2000" spc="11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US" sz="2000" dirty="0"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7E7E7E"/>
                </a:solidFill>
                <a:latin typeface="Verdana"/>
                <a:cs typeface="Verdana"/>
              </a:rPr>
              <a:t>how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sz="2000" spc="-2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000" spc="105" dirty="0">
                <a:solidFill>
                  <a:srgbClr val="7E7E7E"/>
                </a:solidFill>
                <a:latin typeface="Verdana"/>
                <a:cs typeface="Verdana"/>
              </a:rPr>
              <a:t>ock</a:t>
            </a:r>
            <a:r>
              <a:rPr sz="2000" spc="7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000" spc="-20" dirty="0">
                <a:solidFill>
                  <a:srgbClr val="7E7E7E"/>
                </a:solidFill>
                <a:latin typeface="Verdana"/>
                <a:cs typeface="Verdana"/>
              </a:rPr>
              <a:t>hain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2000" spc="4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000" spc="-235" dirty="0">
                <a:solidFill>
                  <a:srgbClr val="7E7E7E"/>
                </a:solidFill>
                <a:latin typeface="Verdana"/>
                <a:cs typeface="Verdana"/>
              </a:rPr>
              <a:t>rks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endParaRPr lang="en-US" sz="2000" spc="-150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</a:pP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o</a:t>
            </a:r>
            <a:r>
              <a:rPr sz="2000" spc="-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40" dirty="0">
                <a:solidFill>
                  <a:srgbClr val="7E7E7E"/>
                </a:solidFill>
                <a:latin typeface="Verdana"/>
                <a:cs typeface="Verdana"/>
              </a:rPr>
              <a:t>Descri</a:t>
            </a:r>
            <a:r>
              <a:rPr sz="2000" spc="-55" dirty="0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sz="2000" spc="11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000" spc="105" dirty="0">
                <a:solidFill>
                  <a:srgbClr val="7E7E7E"/>
                </a:solidFill>
                <a:latin typeface="Verdana"/>
                <a:cs typeface="Verdana"/>
              </a:rPr>
              <a:t>once</a:t>
            </a:r>
            <a:r>
              <a:rPr sz="2000" spc="100" dirty="0">
                <a:solidFill>
                  <a:srgbClr val="7E7E7E"/>
                </a:solidFill>
                <a:latin typeface="Verdana"/>
                <a:cs typeface="Verdana"/>
              </a:rPr>
              <a:t>p</a:t>
            </a:r>
            <a:r>
              <a:rPr sz="2000" spc="-190" dirty="0">
                <a:solidFill>
                  <a:srgbClr val="7E7E7E"/>
                </a:solidFill>
                <a:latin typeface="Verdana"/>
                <a:cs typeface="Verdana"/>
              </a:rPr>
              <a:t>ts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7E7E7E"/>
                </a:solidFill>
                <a:latin typeface="Verdana"/>
                <a:cs typeface="Verdana"/>
              </a:rPr>
              <a:t>th</a:t>
            </a:r>
            <a:r>
              <a:rPr sz="2000" spc="15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000" spc="-1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000" spc="7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7E7E7E"/>
                </a:solidFill>
                <a:latin typeface="Verdana"/>
                <a:cs typeface="Verdana"/>
              </a:rPr>
              <a:t>are  </a:t>
            </a:r>
            <a:r>
              <a:rPr sz="2000" spc="15" dirty="0">
                <a:solidFill>
                  <a:srgbClr val="7E7E7E"/>
                </a:solidFill>
                <a:latin typeface="Verdana"/>
                <a:cs typeface="Verdana"/>
              </a:rPr>
              <a:t>going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0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7E7E7E"/>
                </a:solidFill>
                <a:latin typeface="Verdana"/>
                <a:cs typeface="Verdana"/>
              </a:rPr>
              <a:t>use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7E7E7E"/>
                </a:solidFill>
                <a:latin typeface="Verdana"/>
                <a:cs typeface="Verdana"/>
              </a:rPr>
              <a:t>or</a:t>
            </a:r>
            <a:r>
              <a:rPr sz="20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7E7E7E"/>
                </a:solidFill>
                <a:latin typeface="Verdana"/>
                <a:cs typeface="Verdana"/>
              </a:rPr>
              <a:t>refer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0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7E7E7E"/>
                </a:solidFill>
                <a:latin typeface="Verdana"/>
                <a:cs typeface="Verdana"/>
              </a:rPr>
              <a:t>in</a:t>
            </a:r>
            <a:r>
              <a:rPr sz="20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7E7E7E"/>
                </a:solidFill>
                <a:latin typeface="Verdana"/>
                <a:cs typeface="Verdana"/>
              </a:rPr>
              <a:t>later</a:t>
            </a:r>
            <a:r>
              <a:rPr sz="20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7E7E7E"/>
                </a:solidFill>
                <a:latin typeface="Verdana"/>
                <a:cs typeface="Verdana"/>
              </a:rPr>
              <a:t>parts</a:t>
            </a:r>
            <a:r>
              <a:rPr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7E7E7E"/>
                </a:solidFill>
                <a:latin typeface="Verdana"/>
                <a:cs typeface="Verdana"/>
              </a:rPr>
              <a:t>of</a:t>
            </a:r>
            <a:r>
              <a:rPr sz="20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7E7E7E"/>
                </a:solidFill>
                <a:latin typeface="Verdana"/>
                <a:cs typeface="Verdana"/>
              </a:rPr>
              <a:t>your</a:t>
            </a:r>
            <a:r>
              <a:rPr sz="2000" spc="-1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7E7E7E"/>
                </a:solidFill>
                <a:latin typeface="Verdana"/>
                <a:cs typeface="Verdana"/>
              </a:rPr>
              <a:t>report</a:t>
            </a:r>
            <a:endParaRPr sz="2000" dirty="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47661" y="280415"/>
            <a:ext cx="1981073" cy="25827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8200" y="6499859"/>
            <a:ext cx="83820" cy="838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37079" y="419608"/>
            <a:ext cx="4192270" cy="5880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67101" y="764489"/>
            <a:ext cx="42100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Related</a:t>
            </a:r>
            <a:r>
              <a:rPr spc="-80" dirty="0"/>
              <a:t> </a:t>
            </a:r>
            <a:r>
              <a:rPr spc="-5" dirty="0"/>
              <a:t>Work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05197FD-D25D-93BD-457D-47EA47C570B2}"/>
              </a:ext>
            </a:extLst>
          </p:cNvPr>
          <p:cNvSpPr txBox="1"/>
          <p:nvPr/>
        </p:nvSpPr>
        <p:spPr>
          <a:xfrm>
            <a:off x="653415" y="1655698"/>
            <a:ext cx="8281223" cy="4361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41630" indent="-342900">
              <a:lnSpc>
                <a:spcPct val="1064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Overview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Verdana"/>
                <a:cs typeface="Verdana"/>
              </a:rPr>
              <a:t>of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research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that</a:t>
            </a:r>
            <a:r>
              <a:rPr sz="22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7E7E7E"/>
                </a:solidFill>
                <a:latin typeface="Verdana"/>
                <a:cs typeface="Verdana"/>
              </a:rPr>
              <a:t>has</a:t>
            </a:r>
            <a:r>
              <a:rPr sz="22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Verdana"/>
                <a:cs typeface="Verdana"/>
              </a:rPr>
              <a:t>been</a:t>
            </a:r>
            <a:r>
              <a:rPr sz="22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85" dirty="0">
                <a:solidFill>
                  <a:srgbClr val="7E7E7E"/>
                </a:solidFill>
                <a:latin typeface="Verdana"/>
                <a:cs typeface="Verdana"/>
              </a:rPr>
              <a:t>conducted</a:t>
            </a:r>
            <a:r>
              <a:rPr sz="22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Verdana"/>
                <a:cs typeface="Verdana"/>
              </a:rPr>
              <a:t>on</a:t>
            </a:r>
            <a:r>
              <a:rPr sz="2200" spc="-1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7E7E7E"/>
                </a:solidFill>
                <a:latin typeface="Verdana"/>
                <a:cs typeface="Verdana"/>
              </a:rPr>
              <a:t>the </a:t>
            </a:r>
            <a:r>
              <a:rPr sz="2200" spc="-7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7E7E7E"/>
                </a:solidFill>
                <a:latin typeface="Verdana"/>
                <a:cs typeface="Verdana"/>
              </a:rPr>
              <a:t>prob</a:t>
            </a:r>
            <a:r>
              <a:rPr sz="2200" spc="-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200" spc="15" dirty="0">
                <a:solidFill>
                  <a:srgbClr val="7E7E7E"/>
                </a:solidFill>
                <a:latin typeface="Verdana"/>
                <a:cs typeface="Verdana"/>
              </a:rPr>
              <a:t>em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that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7E7E7E"/>
                </a:solidFill>
                <a:latin typeface="Verdana"/>
                <a:cs typeface="Verdana"/>
              </a:rPr>
              <a:t>yo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7E7E7E"/>
                </a:solidFill>
                <a:latin typeface="Verdana"/>
                <a:cs typeface="Verdana"/>
              </a:rPr>
              <a:t>ar</a:t>
            </a:r>
            <a:r>
              <a:rPr sz="2200" spc="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5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65" dirty="0">
                <a:solidFill>
                  <a:srgbClr val="7E7E7E"/>
                </a:solidFill>
                <a:latin typeface="Verdana"/>
                <a:cs typeface="Verdana"/>
              </a:rPr>
              <a:t>nvestigati</a:t>
            </a:r>
            <a:r>
              <a:rPr sz="2200" spc="-45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2200" spc="105" dirty="0">
                <a:solidFill>
                  <a:srgbClr val="7E7E7E"/>
                </a:solidFill>
                <a:latin typeface="Verdana"/>
                <a:cs typeface="Verdana"/>
              </a:rPr>
              <a:t>g</a:t>
            </a:r>
            <a:endParaRPr sz="22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25" dirty="0">
                <a:solidFill>
                  <a:srgbClr val="7E7E7E"/>
                </a:solidFill>
                <a:latin typeface="Verdana"/>
                <a:cs typeface="Verdana"/>
              </a:rPr>
              <a:t>On</a:t>
            </a:r>
            <a:r>
              <a:rPr sz="2200" spc="-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200" spc="-125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7E7E7E"/>
                </a:solidFill>
                <a:latin typeface="Verdana"/>
                <a:cs typeface="Verdana"/>
              </a:rPr>
              <a:t>use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140" dirty="0">
                <a:solidFill>
                  <a:srgbClr val="7E7E7E"/>
                </a:solidFill>
                <a:latin typeface="Verdana"/>
                <a:cs typeface="Verdana"/>
              </a:rPr>
              <a:t>p</a:t>
            </a:r>
            <a:r>
              <a:rPr sz="2200" spc="-75" dirty="0">
                <a:solidFill>
                  <a:srgbClr val="7E7E7E"/>
                </a:solidFill>
                <a:latin typeface="Verdana"/>
                <a:cs typeface="Verdana"/>
              </a:rPr>
              <a:t>ubl</a:t>
            </a:r>
            <a:r>
              <a:rPr sz="2200" spc="-3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shed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7E7E7E"/>
                </a:solidFill>
                <a:latin typeface="Verdana"/>
                <a:cs typeface="Verdana"/>
              </a:rPr>
              <a:t>re</a:t>
            </a:r>
            <a:r>
              <a:rPr sz="2200" spc="-60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2200" spc="-5" dirty="0">
                <a:solidFill>
                  <a:srgbClr val="7E7E7E"/>
                </a:solidFill>
                <a:latin typeface="Verdana"/>
                <a:cs typeface="Verdana"/>
              </a:rPr>
              <a:t>erences</a:t>
            </a:r>
            <a:endParaRPr sz="22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05900"/>
              </a:lnSpc>
              <a:spcBef>
                <a:spcPts val="5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14" dirty="0">
                <a:solidFill>
                  <a:srgbClr val="7E7E7E"/>
                </a:solidFill>
                <a:latin typeface="Verdana"/>
                <a:cs typeface="Verdana"/>
              </a:rPr>
              <a:t>Work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7E7E7E"/>
                </a:solidFill>
                <a:latin typeface="Verdana"/>
                <a:cs typeface="Verdana"/>
              </a:rPr>
              <a:t>should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114" dirty="0">
                <a:solidFill>
                  <a:srgbClr val="7E7E7E"/>
                </a:solidFill>
                <a:latin typeface="Verdana"/>
                <a:cs typeface="Verdana"/>
              </a:rPr>
              <a:t>be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7E7E7E"/>
                </a:solidFill>
                <a:latin typeface="Verdana"/>
                <a:cs typeface="Verdana"/>
              </a:rPr>
              <a:t>directly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7E7E7E"/>
                </a:solidFill>
                <a:latin typeface="Verdana"/>
                <a:cs typeface="Verdana"/>
              </a:rPr>
              <a:t>linked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7E7E7E"/>
                </a:solidFill>
                <a:latin typeface="Verdana"/>
                <a:cs typeface="Verdana"/>
              </a:rPr>
              <a:t>your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7E7E7E"/>
                </a:solidFill>
                <a:latin typeface="Verdana"/>
                <a:cs typeface="Verdana"/>
              </a:rPr>
              <a:t>work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Verdana"/>
                <a:cs typeface="Verdana"/>
              </a:rPr>
              <a:t>(and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you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35" dirty="0">
                <a:solidFill>
                  <a:srgbClr val="7E7E7E"/>
                </a:solidFill>
                <a:latin typeface="Verdana"/>
                <a:cs typeface="Verdana"/>
              </a:rPr>
              <a:t>must </a:t>
            </a:r>
            <a:r>
              <a:rPr sz="2200" spc="-75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Verdana"/>
                <a:cs typeface="Verdana"/>
              </a:rPr>
              <a:t>po</a:t>
            </a:r>
            <a:r>
              <a:rPr sz="2200" spc="1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90" dirty="0">
                <a:solidFill>
                  <a:srgbClr val="7E7E7E"/>
                </a:solidFill>
                <a:latin typeface="Verdana"/>
                <a:cs typeface="Verdana"/>
              </a:rPr>
              <a:t>nt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out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150" dirty="0">
                <a:solidFill>
                  <a:srgbClr val="7E7E7E"/>
                </a:solidFill>
                <a:latin typeface="Verdana"/>
                <a:cs typeface="Verdana"/>
              </a:rPr>
              <a:t>nk)</a:t>
            </a:r>
            <a:endParaRPr sz="2200" dirty="0">
              <a:latin typeface="Verdana"/>
              <a:cs typeface="Verdana"/>
            </a:endParaRPr>
          </a:p>
          <a:p>
            <a:pPr marL="355600" marR="519430" indent="-342900">
              <a:lnSpc>
                <a:spcPct val="106400"/>
              </a:lnSpc>
              <a:spcBef>
                <a:spcPts val="5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solidFill>
                  <a:srgbClr val="7E7E7E"/>
                </a:solidFill>
                <a:latin typeface="Verdana"/>
                <a:cs typeface="Verdana"/>
              </a:rPr>
              <a:t>Want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7E7E7E"/>
                </a:solidFill>
                <a:latin typeface="Verdana"/>
                <a:cs typeface="Verdana"/>
              </a:rPr>
              <a:t>show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Verdana"/>
                <a:cs typeface="Verdana"/>
              </a:rPr>
              <a:t>how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90" dirty="0">
                <a:solidFill>
                  <a:srgbClr val="7E7E7E"/>
                </a:solidFill>
                <a:latin typeface="Verdana"/>
                <a:cs typeface="Verdana"/>
              </a:rPr>
              <a:t>your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Verdana"/>
                <a:cs typeface="Verdana"/>
              </a:rPr>
              <a:t>research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7E7E7E"/>
                </a:solidFill>
                <a:latin typeface="Verdana"/>
                <a:cs typeface="Verdana"/>
              </a:rPr>
              <a:t>relates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Verdana"/>
                <a:cs typeface="Verdana"/>
              </a:rPr>
              <a:t>and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7E7E7E"/>
                </a:solidFill>
                <a:latin typeface="Verdana"/>
                <a:cs typeface="Verdana"/>
              </a:rPr>
              <a:t>differs </a:t>
            </a:r>
            <a:r>
              <a:rPr sz="2200" spc="-7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7E7E7E"/>
                </a:solidFill>
                <a:latin typeface="Verdana"/>
                <a:cs typeface="Verdana"/>
              </a:rPr>
              <a:t>from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200" spc="-65" dirty="0">
                <a:solidFill>
                  <a:srgbClr val="7E7E7E"/>
                </a:solidFill>
                <a:latin typeface="Verdana"/>
                <a:cs typeface="Verdana"/>
              </a:rPr>
              <a:t>x</a:t>
            </a:r>
            <a:r>
              <a:rPr sz="2200" spc="-210" dirty="0">
                <a:solidFill>
                  <a:srgbClr val="7E7E7E"/>
                </a:solidFill>
                <a:latin typeface="Verdana"/>
                <a:cs typeface="Verdana"/>
              </a:rPr>
              <a:t>ist</a:t>
            </a:r>
            <a:r>
              <a:rPr sz="2200" spc="-13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25" dirty="0">
                <a:solidFill>
                  <a:srgbClr val="7E7E7E"/>
                </a:solidFill>
                <a:latin typeface="Verdana"/>
                <a:cs typeface="Verdana"/>
              </a:rPr>
              <a:t>ng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7E7E7E"/>
                </a:solidFill>
                <a:latin typeface="Verdana"/>
                <a:cs typeface="Verdana"/>
              </a:rPr>
              <a:t>resea</a:t>
            </a:r>
            <a:r>
              <a:rPr sz="2200" spc="-4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200" spc="110" dirty="0">
                <a:solidFill>
                  <a:srgbClr val="7E7E7E"/>
                </a:solidFill>
                <a:latin typeface="Verdana"/>
                <a:cs typeface="Verdana"/>
              </a:rPr>
              <a:t>ch</a:t>
            </a:r>
            <a:endParaRPr sz="2200" dirty="0">
              <a:latin typeface="Verdana"/>
              <a:cs typeface="Verdana"/>
            </a:endParaRPr>
          </a:p>
          <a:p>
            <a:pPr marL="355600" marR="3123565" indent="-342900">
              <a:lnSpc>
                <a:spcPct val="105900"/>
              </a:lnSpc>
              <a:spcBef>
                <a:spcPts val="5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b="1" spc="-170" dirty="0">
                <a:solidFill>
                  <a:srgbClr val="7E7E7E"/>
                </a:solidFill>
                <a:latin typeface="Tahoma"/>
                <a:cs typeface="Tahoma"/>
              </a:rPr>
              <a:t>N</a:t>
            </a:r>
            <a:r>
              <a:rPr sz="2200" b="1" spc="-145" dirty="0">
                <a:solidFill>
                  <a:srgbClr val="7E7E7E"/>
                </a:solidFill>
                <a:latin typeface="Tahoma"/>
                <a:cs typeface="Tahoma"/>
              </a:rPr>
              <a:t>B</a:t>
            </a:r>
            <a:r>
              <a:rPr sz="2200" spc="-395" dirty="0">
                <a:solidFill>
                  <a:srgbClr val="7E7E7E"/>
                </a:solidFill>
                <a:latin typeface="Verdana"/>
                <a:cs typeface="Verdana"/>
              </a:rPr>
              <a:t>: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42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50" dirty="0">
                <a:solidFill>
                  <a:srgbClr val="7E7E7E"/>
                </a:solidFill>
                <a:latin typeface="Verdana"/>
                <a:cs typeface="Verdana"/>
              </a:rPr>
              <a:t>dentif</a:t>
            </a:r>
            <a:r>
              <a:rPr sz="2200" spc="-55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200" spc="-105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sz="2200" spc="114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75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2200" spc="-20" dirty="0">
                <a:solidFill>
                  <a:srgbClr val="7E7E7E"/>
                </a:solidFill>
                <a:latin typeface="Verdana"/>
                <a:cs typeface="Verdana"/>
              </a:rPr>
              <a:t>ain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7E7E7E"/>
                </a:solidFill>
                <a:latin typeface="Verdana"/>
                <a:cs typeface="Verdana"/>
              </a:rPr>
              <a:t>player</a:t>
            </a:r>
            <a:r>
              <a:rPr sz="2200" spc="-6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75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200" spc="-155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200" spc="-105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sz="2200" spc="8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US" sz="2200" spc="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7E7E7E"/>
                </a:solidFill>
                <a:latin typeface="Verdana"/>
                <a:cs typeface="Verdana"/>
              </a:rPr>
              <a:t>field</a:t>
            </a:r>
            <a:endParaRPr sz="22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20" dirty="0">
                <a:solidFill>
                  <a:srgbClr val="7E7E7E"/>
                </a:solidFill>
                <a:latin typeface="Verdana"/>
                <a:cs typeface="Verdana"/>
              </a:rPr>
              <a:t>Wan</a:t>
            </a:r>
            <a:r>
              <a:rPr sz="2200" spc="-12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7E7E7E"/>
                </a:solidFill>
                <a:latin typeface="Verdana"/>
                <a:cs typeface="Verdana"/>
              </a:rPr>
              <a:t>tell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175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200" spc="-1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45" dirty="0">
                <a:solidFill>
                  <a:srgbClr val="7E7E7E"/>
                </a:solidFill>
                <a:latin typeface="Verdana"/>
                <a:cs typeface="Verdana"/>
              </a:rPr>
              <a:t>stor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200" spc="-1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endParaRPr lang="en-US" sz="2200" spc="-150" dirty="0">
              <a:solidFill>
                <a:srgbClr val="7E7E7E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354965" algn="l"/>
                <a:tab pos="355600" algn="l"/>
              </a:tabLst>
            </a:pPr>
            <a:r>
              <a:rPr lang="en-US" sz="2200" spc="-150" dirty="0">
                <a:solidFill>
                  <a:srgbClr val="7E7E7E"/>
                </a:solidFill>
                <a:latin typeface="Verdana"/>
                <a:cs typeface="Verdana"/>
              </a:rPr>
              <a:t>     </a:t>
            </a:r>
            <a:r>
              <a:rPr sz="2200" spc="-305" dirty="0">
                <a:solidFill>
                  <a:srgbClr val="7E7E7E"/>
                </a:solidFill>
                <a:latin typeface="Verdana"/>
                <a:cs typeface="Verdana"/>
              </a:rPr>
              <a:t>–</a:t>
            </a:r>
            <a:r>
              <a:rPr sz="2200" spc="-1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140" dirty="0">
                <a:solidFill>
                  <a:srgbClr val="7E7E7E"/>
                </a:solidFill>
                <a:latin typeface="Verdana"/>
                <a:cs typeface="Verdana"/>
              </a:rPr>
              <a:t>must</a:t>
            </a:r>
            <a:r>
              <a:rPr sz="2200" spc="-17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7E7E7E"/>
                </a:solidFill>
                <a:latin typeface="Verdana"/>
                <a:cs typeface="Verdana"/>
              </a:rPr>
              <a:t>flow</a:t>
            </a:r>
            <a:endParaRPr sz="2200" dirty="0">
              <a:latin typeface="Verdana"/>
              <a:cs typeface="Verdana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80D5A67A-06BB-427F-9644-B2DF73C6BE9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4441951"/>
            <a:ext cx="2542728" cy="20998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9006" y="6499123"/>
            <a:ext cx="83820" cy="838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2207" y="1125498"/>
            <a:ext cx="7811770" cy="3825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61290" indent="-343535">
              <a:lnSpc>
                <a:spcPct val="1056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Verdana"/>
                <a:cs typeface="Verdana"/>
              </a:rPr>
              <a:t>You </a:t>
            </a:r>
            <a:r>
              <a:rPr sz="2400" spc="85" dirty="0">
                <a:solidFill>
                  <a:srgbClr val="7E7E7E"/>
                </a:solidFill>
                <a:latin typeface="Verdana"/>
                <a:cs typeface="Verdana"/>
              </a:rPr>
              <a:t>need </a:t>
            </a:r>
            <a:r>
              <a:rPr sz="2400" spc="-10" dirty="0">
                <a:solidFill>
                  <a:srgbClr val="7E7E7E"/>
                </a:solidFill>
                <a:latin typeface="Verdana"/>
                <a:cs typeface="Verdana"/>
              </a:rPr>
              <a:t>to </a:t>
            </a:r>
            <a:r>
              <a:rPr sz="2400" spc="-110" dirty="0">
                <a:solidFill>
                  <a:srgbClr val="7E7E7E"/>
                </a:solidFill>
                <a:latin typeface="Verdana"/>
                <a:cs typeface="Verdana"/>
              </a:rPr>
              <a:t>discuss </a:t>
            </a:r>
            <a:r>
              <a:rPr sz="2400" spc="-100" dirty="0">
                <a:solidFill>
                  <a:srgbClr val="7E7E7E"/>
                </a:solidFill>
                <a:latin typeface="Verdana"/>
                <a:cs typeface="Verdana"/>
              </a:rPr>
              <a:t>your </a:t>
            </a:r>
            <a:r>
              <a:rPr sz="2400" spc="-55" dirty="0">
                <a:solidFill>
                  <a:srgbClr val="7E7E7E"/>
                </a:solidFill>
                <a:latin typeface="Verdana"/>
                <a:cs typeface="Verdana"/>
              </a:rPr>
              <a:t>contribution, </a:t>
            </a:r>
            <a:r>
              <a:rPr sz="2400" spc="-45" dirty="0">
                <a:solidFill>
                  <a:srgbClr val="7E7E7E"/>
                </a:solidFill>
                <a:latin typeface="Verdana"/>
                <a:cs typeface="Verdana"/>
              </a:rPr>
              <a:t>e.g. </a:t>
            </a:r>
            <a:r>
              <a:rPr sz="2400" spc="-20" dirty="0">
                <a:solidFill>
                  <a:srgbClr val="7E7E7E"/>
                </a:solidFill>
                <a:latin typeface="Verdana"/>
                <a:cs typeface="Verdana"/>
              </a:rPr>
              <a:t>the </a:t>
            </a:r>
            <a:r>
              <a:rPr sz="2400" spc="-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7E7E7E"/>
                </a:solidFill>
                <a:latin typeface="Verdana"/>
                <a:cs typeface="Verdana"/>
              </a:rPr>
              <a:t>taxonomy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or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70" dirty="0">
                <a:solidFill>
                  <a:srgbClr val="7E7E7E"/>
                </a:solidFill>
                <a:latin typeface="Verdana"/>
                <a:cs typeface="Verdana"/>
              </a:rPr>
              <a:t>results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from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7E7E7E"/>
                </a:solidFill>
                <a:latin typeface="Verdana"/>
                <a:cs typeface="Verdana"/>
              </a:rPr>
              <a:t>your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7E7E7E"/>
                </a:solidFill>
                <a:latin typeface="Verdana"/>
                <a:cs typeface="Verdana"/>
              </a:rPr>
              <a:t>experiments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or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7E7E7E"/>
                </a:solidFill>
                <a:latin typeface="Verdana"/>
                <a:cs typeface="Verdana"/>
              </a:rPr>
              <a:t>your </a:t>
            </a:r>
            <a:r>
              <a:rPr sz="2400" spc="-8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Verdana"/>
                <a:cs typeface="Verdana"/>
              </a:rPr>
              <a:t>proof</a:t>
            </a:r>
            <a:endParaRPr sz="2400" dirty="0">
              <a:latin typeface="Verdana"/>
              <a:cs typeface="Verdana"/>
            </a:endParaRPr>
          </a:p>
          <a:p>
            <a:pPr marL="366395" marR="847725" indent="-354330">
              <a:lnSpc>
                <a:spcPct val="109600"/>
              </a:lnSpc>
              <a:spcBef>
                <a:spcPts val="49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13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7E7E7E"/>
                </a:solidFill>
                <a:latin typeface="Verdana"/>
                <a:cs typeface="Verdana"/>
              </a:rPr>
              <a:t>discu</a:t>
            </a:r>
            <a:r>
              <a:rPr sz="2400" spc="-7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110" dirty="0">
                <a:solidFill>
                  <a:srgbClr val="7E7E7E"/>
                </a:solidFill>
                <a:latin typeface="Verdana"/>
                <a:cs typeface="Verdana"/>
              </a:rPr>
              <a:t>sio</a:t>
            </a:r>
            <a:r>
              <a:rPr sz="2400" spc="-140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7E7E7E"/>
                </a:solidFill>
                <a:latin typeface="Verdana"/>
                <a:cs typeface="Verdana"/>
              </a:rPr>
              <a:t>sho</a:t>
            </a:r>
            <a:r>
              <a:rPr sz="2400" spc="-8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19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2400" spc="14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7E7E7E"/>
                </a:solidFill>
                <a:latin typeface="Verdana"/>
                <a:cs typeface="Verdana"/>
              </a:rPr>
              <a:t>lin</a:t>
            </a:r>
            <a:r>
              <a:rPr sz="2400" spc="-210" dirty="0">
                <a:solidFill>
                  <a:srgbClr val="7E7E7E"/>
                </a:solidFill>
                <a:latin typeface="Verdana"/>
                <a:cs typeface="Verdana"/>
              </a:rPr>
              <a:t>k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Verdana"/>
                <a:cs typeface="Verdana"/>
              </a:rPr>
              <a:t>to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400" spc="-85" dirty="0">
                <a:solidFill>
                  <a:srgbClr val="7E7E7E"/>
                </a:solidFill>
                <a:latin typeface="Verdana"/>
                <a:cs typeface="Verdana"/>
              </a:rPr>
              <a:t>our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7E7E7E"/>
                </a:solidFill>
                <a:latin typeface="Verdana"/>
                <a:cs typeface="Verdana"/>
              </a:rPr>
              <a:t>motivation  </a:t>
            </a:r>
            <a:r>
              <a:rPr sz="2400" spc="-30" dirty="0">
                <a:solidFill>
                  <a:srgbClr val="7E7E7E"/>
                </a:solidFill>
                <a:latin typeface="Verdana"/>
                <a:cs typeface="Verdana"/>
              </a:rPr>
              <a:t>(pro</a:t>
            </a:r>
            <a:r>
              <a:rPr sz="2400" spc="-35" dirty="0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sz="2400" spc="-40" dirty="0">
                <a:solidFill>
                  <a:srgbClr val="7E7E7E"/>
                </a:solidFill>
                <a:latin typeface="Verdana"/>
                <a:cs typeface="Verdana"/>
              </a:rPr>
              <a:t>le</a:t>
            </a:r>
            <a:r>
              <a:rPr sz="2400" spc="-70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6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7E7E7E"/>
                </a:solidFill>
                <a:latin typeface="Verdana"/>
                <a:cs typeface="Verdana"/>
              </a:rPr>
              <a:t>atemen</a:t>
            </a:r>
            <a:r>
              <a:rPr sz="2400" spc="-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400" spc="-235" dirty="0">
                <a:solidFill>
                  <a:srgbClr val="7E7E7E"/>
                </a:solidFill>
                <a:latin typeface="Verdana"/>
                <a:cs typeface="Verdana"/>
              </a:rPr>
              <a:t>)</a:t>
            </a:r>
            <a:r>
              <a:rPr sz="2400" spc="-185" dirty="0">
                <a:solidFill>
                  <a:srgbClr val="7E7E7E"/>
                </a:solidFill>
                <a:latin typeface="Verdana"/>
                <a:cs typeface="Verdana"/>
              </a:rPr>
              <a:t>,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7E7E7E"/>
                </a:solidFill>
                <a:latin typeface="Verdana"/>
                <a:cs typeface="Verdana"/>
              </a:rPr>
              <a:t>res</a:t>
            </a:r>
            <a:r>
              <a:rPr sz="2400" spc="-16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185" dirty="0">
                <a:solidFill>
                  <a:srgbClr val="7E7E7E"/>
                </a:solidFill>
                <a:latin typeface="Verdana"/>
                <a:cs typeface="Verdana"/>
              </a:rPr>
              <a:t>lt</a:t>
            </a:r>
            <a:r>
              <a:rPr sz="2400" spc="-28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8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400" spc="45" dirty="0">
                <a:solidFill>
                  <a:srgbClr val="7E7E7E"/>
                </a:solidFill>
                <a:latin typeface="Verdana"/>
                <a:cs typeface="Verdana"/>
              </a:rPr>
              <a:t>nd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29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400" spc="20" dirty="0">
                <a:solidFill>
                  <a:srgbClr val="7E7E7E"/>
                </a:solidFill>
                <a:latin typeface="Verdana"/>
                <a:cs typeface="Verdana"/>
              </a:rPr>
              <a:t>oncl</a:t>
            </a:r>
            <a:r>
              <a:rPr sz="2400" spc="35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160" dirty="0">
                <a:solidFill>
                  <a:srgbClr val="7E7E7E"/>
                </a:solidFill>
                <a:latin typeface="Verdana"/>
                <a:cs typeface="Verdana"/>
              </a:rPr>
              <a:t>sions</a:t>
            </a:r>
            <a:endParaRPr sz="24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31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400" spc="-254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400" spc="25" dirty="0">
                <a:solidFill>
                  <a:srgbClr val="7E7E7E"/>
                </a:solidFill>
                <a:latin typeface="Verdana"/>
                <a:cs typeface="Verdana"/>
              </a:rPr>
              <a:t>ou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7E7E7E"/>
                </a:solidFill>
                <a:latin typeface="Verdana"/>
                <a:cs typeface="Verdana"/>
              </a:rPr>
              <a:t>wo</a:t>
            </a:r>
            <a:r>
              <a:rPr sz="2400" spc="-4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400" spc="-220" dirty="0">
                <a:solidFill>
                  <a:srgbClr val="7E7E7E"/>
                </a:solidFill>
                <a:latin typeface="Verdana"/>
                <a:cs typeface="Verdana"/>
              </a:rPr>
              <a:t>k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7E7E7E"/>
                </a:solidFill>
                <a:latin typeface="Verdana"/>
                <a:cs typeface="Verdana"/>
              </a:rPr>
              <a:t>wit</a:t>
            </a:r>
            <a:r>
              <a:rPr sz="2400" spc="-105" dirty="0">
                <a:solidFill>
                  <a:srgbClr val="7E7E7E"/>
                </a:solidFill>
                <a:latin typeface="Verdana"/>
                <a:cs typeface="Verdana"/>
              </a:rPr>
              <a:t>h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1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400" spc="-80" dirty="0">
                <a:solidFill>
                  <a:srgbClr val="7E7E7E"/>
                </a:solidFill>
                <a:latin typeface="Verdana"/>
                <a:cs typeface="Verdana"/>
              </a:rPr>
              <a:t>es</a:t>
            </a:r>
            <a:r>
              <a:rPr sz="2400" spc="-75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185" dirty="0">
                <a:solidFill>
                  <a:srgbClr val="7E7E7E"/>
                </a:solidFill>
                <a:latin typeface="Verdana"/>
                <a:cs typeface="Verdana"/>
              </a:rPr>
              <a:t>lt</a:t>
            </a:r>
            <a:r>
              <a:rPr sz="2400" spc="-28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210" dirty="0">
                <a:solidFill>
                  <a:srgbClr val="7E7E7E"/>
                </a:solidFill>
                <a:latin typeface="Verdana"/>
                <a:cs typeface="Verdana"/>
              </a:rPr>
              <a:t>,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7E7E7E"/>
                </a:solidFill>
                <a:latin typeface="Verdana"/>
                <a:cs typeface="Verdana"/>
              </a:rPr>
              <a:t>yo</a:t>
            </a:r>
            <a:r>
              <a:rPr sz="2400" spc="-3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7E7E7E"/>
                </a:solidFill>
                <a:latin typeface="Verdana"/>
                <a:cs typeface="Verdana"/>
              </a:rPr>
              <a:t>mu</a:t>
            </a:r>
            <a:r>
              <a:rPr sz="2400" spc="-26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7E7E7E"/>
                </a:solidFill>
                <a:latin typeface="Verdana"/>
                <a:cs typeface="Verdana"/>
              </a:rPr>
              <a:t>p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resent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7E7E7E"/>
                </a:solidFill>
                <a:latin typeface="Verdana"/>
                <a:cs typeface="Verdana"/>
              </a:rPr>
              <a:t>resul</a:t>
            </a:r>
            <a:r>
              <a:rPr sz="2400" spc="-114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400" spc="-32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endParaRPr sz="2400"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55"/>
              </a:spcBef>
            </a:pPr>
            <a:r>
              <a:rPr sz="2400" b="1" spc="35" dirty="0">
                <a:solidFill>
                  <a:srgbClr val="7E7E7E"/>
                </a:solidFill>
                <a:latin typeface="Tahoma"/>
                <a:cs typeface="Tahoma"/>
              </a:rPr>
              <a:t>an</a:t>
            </a:r>
            <a:r>
              <a:rPr sz="2400" b="1" spc="40" dirty="0">
                <a:solidFill>
                  <a:srgbClr val="7E7E7E"/>
                </a:solidFill>
                <a:latin typeface="Tahoma"/>
                <a:cs typeface="Tahoma"/>
              </a:rPr>
              <a:t>d</a:t>
            </a:r>
            <a:r>
              <a:rPr sz="2400" b="1" spc="-3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b="1" spc="-70" dirty="0">
                <a:solidFill>
                  <a:srgbClr val="7E7E7E"/>
                </a:solidFill>
                <a:latin typeface="Tahoma"/>
                <a:cs typeface="Tahoma"/>
              </a:rPr>
              <a:t>discus</a:t>
            </a:r>
            <a:r>
              <a:rPr sz="2400" b="1" spc="-65" dirty="0">
                <a:solidFill>
                  <a:srgbClr val="7E7E7E"/>
                </a:solidFill>
                <a:latin typeface="Tahoma"/>
                <a:cs typeface="Tahoma"/>
              </a:rPr>
              <a:t>s</a:t>
            </a:r>
            <a:r>
              <a:rPr sz="2400" b="1" spc="-3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400" spc="-80" dirty="0">
                <a:solidFill>
                  <a:srgbClr val="7E7E7E"/>
                </a:solidFill>
                <a:latin typeface="Verdana"/>
                <a:cs typeface="Verdana"/>
              </a:rPr>
              <a:t>rends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7E7E7E"/>
                </a:solidFill>
                <a:latin typeface="Verdana"/>
                <a:cs typeface="Verdana"/>
              </a:rPr>
              <a:t>that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20" dirty="0">
                <a:solidFill>
                  <a:srgbClr val="7E7E7E"/>
                </a:solidFill>
                <a:latin typeface="Verdana"/>
                <a:cs typeface="Verdana"/>
              </a:rPr>
              <a:t>emerge</a:t>
            </a:r>
            <a:endParaRPr sz="24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solidFill>
                  <a:srgbClr val="7E7E7E"/>
                </a:solidFill>
                <a:latin typeface="Verdana"/>
                <a:cs typeface="Verdana"/>
              </a:rPr>
              <a:t>Are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7E7E7E"/>
                </a:solidFill>
                <a:latin typeface="Verdana"/>
                <a:cs typeface="Verdana"/>
              </a:rPr>
              <a:t>stati</a:t>
            </a:r>
            <a:r>
              <a:rPr sz="2400" spc="-16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400" spc="-14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400" spc="105" dirty="0">
                <a:solidFill>
                  <a:srgbClr val="7E7E7E"/>
                </a:solidFill>
                <a:latin typeface="Verdana"/>
                <a:cs typeface="Verdana"/>
              </a:rPr>
              <a:t>cal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55" dirty="0">
                <a:solidFill>
                  <a:srgbClr val="7E7E7E"/>
                </a:solidFill>
                <a:latin typeface="Verdana"/>
                <a:cs typeface="Verdana"/>
              </a:rPr>
              <a:t>tests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Verdana"/>
                <a:cs typeface="Verdana"/>
              </a:rPr>
              <a:t>re</a:t>
            </a:r>
            <a:r>
              <a:rPr sz="2400" spc="-30" dirty="0">
                <a:solidFill>
                  <a:srgbClr val="7E7E7E"/>
                </a:solidFill>
                <a:latin typeface="Verdana"/>
                <a:cs typeface="Verdana"/>
              </a:rPr>
              <a:t>quired?</a:t>
            </a:r>
            <a:endParaRPr sz="24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80" dirty="0">
                <a:solidFill>
                  <a:srgbClr val="7E7E7E"/>
                </a:solidFill>
                <a:latin typeface="Verdana"/>
                <a:cs typeface="Verdana"/>
              </a:rPr>
              <a:t>Fig</a:t>
            </a:r>
            <a:r>
              <a:rPr sz="2400" spc="-10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165" dirty="0">
                <a:solidFill>
                  <a:srgbClr val="7E7E7E"/>
                </a:solidFill>
                <a:latin typeface="Verdana"/>
                <a:cs typeface="Verdana"/>
              </a:rPr>
              <a:t>res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7E7E7E"/>
                </a:solidFill>
                <a:latin typeface="Verdana"/>
                <a:cs typeface="Verdana"/>
              </a:rPr>
              <a:t>an</a:t>
            </a:r>
            <a:r>
              <a:rPr sz="2400" spc="14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7E7E7E"/>
                </a:solidFill>
                <a:latin typeface="Verdana"/>
                <a:cs typeface="Verdana"/>
              </a:rPr>
              <a:t>tables</a:t>
            </a:r>
            <a:r>
              <a:rPr sz="2400" spc="-18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30" dirty="0">
                <a:solidFill>
                  <a:srgbClr val="7E7E7E"/>
                </a:solidFill>
                <a:latin typeface="Verdana"/>
                <a:cs typeface="Verdana"/>
              </a:rPr>
              <a:t>–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7E7E7E"/>
                </a:solidFill>
                <a:latin typeface="Verdana"/>
                <a:cs typeface="Verdana"/>
              </a:rPr>
              <a:t>placemen</a:t>
            </a:r>
            <a:r>
              <a:rPr sz="2400" spc="3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7E7E7E"/>
                </a:solidFill>
                <a:latin typeface="Verdana"/>
                <a:cs typeface="Verdana"/>
              </a:rPr>
              <a:t>of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29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400" spc="20" dirty="0">
                <a:solidFill>
                  <a:srgbClr val="7E7E7E"/>
                </a:solidFill>
                <a:latin typeface="Verdana"/>
                <a:cs typeface="Verdana"/>
              </a:rPr>
              <a:t>apti</a:t>
            </a:r>
            <a:r>
              <a:rPr sz="2400" spc="45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5600" y="5037537"/>
            <a:ext cx="2177415" cy="163156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37906" y="6419210"/>
            <a:ext cx="243840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spc="-100" dirty="0">
                <a:solidFill>
                  <a:srgbClr val="585858"/>
                </a:solidFill>
                <a:latin typeface="Verdana"/>
                <a:cs typeface="Verdana"/>
              </a:rPr>
              <a:t>19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FCB9E5-E5DA-9E50-2B85-7F5A366D1ABD}"/>
              </a:ext>
            </a:extLst>
          </p:cNvPr>
          <p:cNvSpPr txBox="1"/>
          <p:nvPr/>
        </p:nvSpPr>
        <p:spPr>
          <a:xfrm>
            <a:off x="1524000" y="248367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2E5796"/>
                </a:solidFill>
                <a:effectLst/>
                <a:uLnTx/>
                <a:uFillTx/>
                <a:latin typeface="Palatino Linotype"/>
                <a:ea typeface="+mj-ea"/>
              </a:rPr>
              <a:t>Results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9006" y="6499123"/>
            <a:ext cx="83820" cy="838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60498" y="740041"/>
            <a:ext cx="4803775" cy="1917064"/>
            <a:chOff x="1960498" y="740041"/>
            <a:chExt cx="4803775" cy="1917064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0498" y="740041"/>
              <a:ext cx="4803266" cy="5881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5578" y="1113281"/>
              <a:ext cx="4798695" cy="1543431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9761" y="755180"/>
            <a:ext cx="1584832" cy="11884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3668" y="16001"/>
            <a:ext cx="7002780" cy="202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1125" marR="5080" indent="-2638425" algn="l">
              <a:lnSpc>
                <a:spcPct val="1215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-35" dirty="0"/>
              <a:t> </a:t>
            </a:r>
            <a:r>
              <a:rPr dirty="0"/>
              <a:t>and</a:t>
            </a:r>
            <a:br>
              <a:rPr lang="en-US" dirty="0"/>
            </a:br>
            <a:r>
              <a:rPr spc="-10" dirty="0"/>
              <a:t>Future </a:t>
            </a:r>
            <a:r>
              <a:rPr spc="-1335" dirty="0"/>
              <a:t> </a:t>
            </a:r>
            <a:r>
              <a:rPr dirty="0"/>
              <a:t>Work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137906" y="6419210"/>
            <a:ext cx="243840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spc="-100" dirty="0">
                <a:solidFill>
                  <a:srgbClr val="585858"/>
                </a:solidFill>
                <a:latin typeface="Verdana"/>
                <a:cs typeface="Verdana"/>
              </a:rPr>
              <a:t>20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2631820"/>
            <a:ext cx="7845806" cy="226504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27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24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2400" spc="70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2400" spc="45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400" spc="-210" dirty="0">
                <a:solidFill>
                  <a:srgbClr val="7E7E7E"/>
                </a:solidFill>
                <a:latin typeface="Verdana"/>
                <a:cs typeface="Verdana"/>
              </a:rPr>
              <a:t>ri</a:t>
            </a:r>
            <a:r>
              <a:rPr sz="2400" spc="-325" dirty="0">
                <a:solidFill>
                  <a:srgbClr val="7E7E7E"/>
                </a:solidFill>
                <a:latin typeface="Verdana"/>
                <a:cs typeface="Verdana"/>
              </a:rPr>
              <a:t>z</a:t>
            </a:r>
            <a:r>
              <a:rPr sz="2400" spc="13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25" dirty="0">
                <a:solidFill>
                  <a:srgbClr val="7E7E7E"/>
                </a:solidFill>
                <a:latin typeface="Verdana"/>
                <a:cs typeface="Verdana"/>
              </a:rPr>
              <a:t>p</a:t>
            </a:r>
            <a:r>
              <a:rPr sz="2400" spc="-8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400" spc="-11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400" spc="-5" dirty="0">
                <a:solidFill>
                  <a:srgbClr val="7E7E7E"/>
                </a:solidFill>
                <a:latin typeface="Verdana"/>
                <a:cs typeface="Verdana"/>
              </a:rPr>
              <a:t>ble</a:t>
            </a:r>
            <a:r>
              <a:rPr sz="2400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7E7E7E"/>
                </a:solidFill>
                <a:latin typeface="Verdana"/>
                <a:cs typeface="Verdana"/>
              </a:rPr>
              <a:t>yo</a:t>
            </a:r>
            <a:r>
              <a:rPr sz="2400" spc="-3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400" spc="-35" dirty="0">
                <a:solidFill>
                  <a:srgbClr val="7E7E7E"/>
                </a:solidFill>
                <a:latin typeface="Verdana"/>
                <a:cs typeface="Verdana"/>
              </a:rPr>
              <a:t>ddressed</a:t>
            </a:r>
            <a:endParaRPr sz="24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27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24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2400" spc="70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2400" spc="45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400" spc="-210" dirty="0">
                <a:solidFill>
                  <a:srgbClr val="7E7E7E"/>
                </a:solidFill>
                <a:latin typeface="Verdana"/>
                <a:cs typeface="Verdana"/>
              </a:rPr>
              <a:t>ri</a:t>
            </a:r>
            <a:r>
              <a:rPr sz="2400" spc="-325" dirty="0">
                <a:solidFill>
                  <a:srgbClr val="7E7E7E"/>
                </a:solidFill>
                <a:latin typeface="Verdana"/>
                <a:cs typeface="Verdana"/>
              </a:rPr>
              <a:t>z</a:t>
            </a:r>
            <a:r>
              <a:rPr sz="2400" spc="13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7E7E7E"/>
                </a:solidFill>
                <a:latin typeface="Verdana"/>
                <a:cs typeface="Verdana"/>
              </a:rPr>
              <a:t>y</a:t>
            </a:r>
            <a:r>
              <a:rPr sz="2400" spc="-85" dirty="0">
                <a:solidFill>
                  <a:srgbClr val="7E7E7E"/>
                </a:solidFill>
                <a:latin typeface="Verdana"/>
                <a:cs typeface="Verdana"/>
              </a:rPr>
              <a:t>our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29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400" spc="12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7E7E7E"/>
                </a:solidFill>
                <a:latin typeface="Verdana"/>
                <a:cs typeface="Verdana"/>
              </a:rPr>
              <a:t>ntribution</a:t>
            </a:r>
            <a:endParaRPr sz="24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27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240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2400" spc="70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2400" spc="45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400" spc="-210" dirty="0">
                <a:solidFill>
                  <a:srgbClr val="7E7E7E"/>
                </a:solidFill>
                <a:latin typeface="Verdana"/>
                <a:cs typeface="Verdana"/>
              </a:rPr>
              <a:t>ri</a:t>
            </a:r>
            <a:r>
              <a:rPr sz="2400" spc="-325" dirty="0">
                <a:solidFill>
                  <a:srgbClr val="7E7E7E"/>
                </a:solidFill>
                <a:latin typeface="Verdana"/>
                <a:cs typeface="Verdana"/>
              </a:rPr>
              <a:t>z</a:t>
            </a:r>
            <a:r>
              <a:rPr sz="2400" spc="13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Verdana"/>
                <a:cs typeface="Verdana"/>
              </a:rPr>
              <a:t>the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31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2400" spc="-80" dirty="0">
                <a:solidFill>
                  <a:srgbClr val="7E7E7E"/>
                </a:solidFill>
                <a:latin typeface="Verdana"/>
                <a:cs typeface="Verdana"/>
              </a:rPr>
              <a:t>es</a:t>
            </a:r>
            <a:r>
              <a:rPr sz="2400" spc="-85" dirty="0">
                <a:solidFill>
                  <a:srgbClr val="7E7E7E"/>
                </a:solidFill>
                <a:latin typeface="Verdana"/>
                <a:cs typeface="Verdana"/>
              </a:rPr>
              <a:t>u</a:t>
            </a:r>
            <a:r>
              <a:rPr sz="2400" spc="-215" dirty="0">
                <a:solidFill>
                  <a:srgbClr val="7E7E7E"/>
                </a:solidFill>
                <a:latin typeface="Verdana"/>
                <a:cs typeface="Verdana"/>
              </a:rPr>
              <a:t>lts</a:t>
            </a:r>
            <a:endParaRPr sz="2400" dirty="0">
              <a:latin typeface="Verdana"/>
              <a:cs typeface="Verdana"/>
            </a:endParaRPr>
          </a:p>
          <a:p>
            <a:pPr marL="355600" marR="5080" indent="-343535">
              <a:lnSpc>
                <a:spcPct val="10580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5" dirty="0">
                <a:solidFill>
                  <a:srgbClr val="7E7E7E"/>
                </a:solidFill>
                <a:latin typeface="Verdana"/>
                <a:cs typeface="Verdana"/>
              </a:rPr>
              <a:t>Indi</a:t>
            </a:r>
            <a:r>
              <a:rPr sz="2400" spc="-6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400" spc="55" dirty="0">
                <a:solidFill>
                  <a:srgbClr val="7E7E7E"/>
                </a:solidFill>
                <a:latin typeface="Verdana"/>
                <a:cs typeface="Verdana"/>
              </a:rPr>
              <a:t>at</a:t>
            </a:r>
            <a:r>
              <a:rPr sz="2400" spc="7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7E7E7E"/>
                </a:solidFill>
                <a:latin typeface="Verdana"/>
                <a:cs typeface="Verdana"/>
              </a:rPr>
              <a:t>how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this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75" dirty="0">
                <a:solidFill>
                  <a:srgbClr val="7E7E7E"/>
                </a:solidFill>
                <a:latin typeface="Verdana"/>
                <a:cs typeface="Verdana"/>
              </a:rPr>
              <a:t>w</a:t>
            </a:r>
            <a:r>
              <a:rPr sz="2400" spc="6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2400" spc="-260" dirty="0">
                <a:solidFill>
                  <a:srgbClr val="7E7E7E"/>
                </a:solidFill>
                <a:latin typeface="Verdana"/>
                <a:cs typeface="Verdana"/>
              </a:rPr>
              <a:t>rk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45" dirty="0">
                <a:solidFill>
                  <a:srgbClr val="7E7E7E"/>
                </a:solidFill>
                <a:latin typeface="Verdana"/>
                <a:cs typeface="Verdana"/>
              </a:rPr>
              <a:t>can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7E7E7E"/>
                </a:solidFill>
                <a:latin typeface="Verdana"/>
                <a:cs typeface="Verdana"/>
              </a:rPr>
              <a:t>be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7E7E7E"/>
                </a:solidFill>
                <a:latin typeface="Verdana"/>
                <a:cs typeface="Verdana"/>
              </a:rPr>
              <a:t>extended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2400" spc="-165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Verdana"/>
                <a:cs typeface="Verdana"/>
              </a:rPr>
              <a:t>the  </a:t>
            </a:r>
            <a:r>
              <a:rPr sz="2400" spc="-85" dirty="0">
                <a:solidFill>
                  <a:srgbClr val="7E7E7E"/>
                </a:solidFill>
                <a:latin typeface="Verdana"/>
                <a:cs typeface="Verdana"/>
              </a:rPr>
              <a:t>future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3082" y="5260594"/>
            <a:ext cx="4885690" cy="554990"/>
          </a:xfrm>
          <a:prstGeom prst="rect">
            <a:avLst/>
          </a:prstGeom>
          <a:solidFill>
            <a:srgbClr val="E2F1C6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2065"/>
              </a:lnSpc>
            </a:pPr>
            <a:r>
              <a:rPr sz="1800" dirty="0">
                <a:latin typeface="Palatino Linotype"/>
                <a:cs typeface="Palatino Linotype"/>
              </a:rPr>
              <a:t>Reader</a:t>
            </a:r>
            <a:r>
              <a:rPr sz="1800" spc="-15" dirty="0">
                <a:latin typeface="Palatino Linotype"/>
                <a:cs typeface="Palatino Linotype"/>
              </a:rPr>
              <a:t> </a:t>
            </a:r>
            <a:r>
              <a:rPr sz="1800" spc="-5" dirty="0">
                <a:latin typeface="Palatino Linotype"/>
                <a:cs typeface="Palatino Linotype"/>
              </a:rPr>
              <a:t>must know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spc="-5" dirty="0">
                <a:latin typeface="Palatino Linotype"/>
                <a:cs typeface="Palatino Linotype"/>
              </a:rPr>
              <a:t>how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spc="-5" dirty="0">
                <a:latin typeface="Palatino Linotype"/>
                <a:cs typeface="Palatino Linotype"/>
              </a:rPr>
              <a:t>everything</a:t>
            </a:r>
            <a:r>
              <a:rPr sz="1800" spc="-15" dirty="0">
                <a:latin typeface="Palatino Linotype"/>
                <a:cs typeface="Palatino Linotype"/>
              </a:rPr>
              <a:t> </a:t>
            </a:r>
            <a:r>
              <a:rPr sz="1800" spc="-5" dirty="0">
                <a:latin typeface="Palatino Linotype"/>
                <a:cs typeface="Palatino Linotype"/>
              </a:rPr>
              <a:t>fits</a:t>
            </a:r>
            <a:endParaRPr sz="1800">
              <a:latin typeface="Palatino Linotype"/>
              <a:cs typeface="Palatino Linotype"/>
            </a:endParaRPr>
          </a:p>
          <a:p>
            <a:pPr marL="17780">
              <a:lnSpc>
                <a:spcPct val="100000"/>
              </a:lnSpc>
              <a:spcBef>
                <a:spcPts val="25"/>
              </a:spcBef>
            </a:pPr>
            <a:r>
              <a:rPr sz="1800" spc="-5" dirty="0">
                <a:latin typeface="Palatino Linotype"/>
                <a:cs typeface="Palatino Linotype"/>
              </a:rPr>
              <a:t>together</a:t>
            </a:r>
            <a:r>
              <a:rPr sz="1800" spc="-2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after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reading</a:t>
            </a:r>
            <a:r>
              <a:rPr sz="1800" spc="-25" dirty="0">
                <a:latin typeface="Palatino Linotype"/>
                <a:cs typeface="Palatino Linotype"/>
              </a:rPr>
              <a:t> </a:t>
            </a:r>
            <a:r>
              <a:rPr sz="1800" spc="-5" dirty="0">
                <a:latin typeface="Palatino Linotype"/>
                <a:cs typeface="Palatino Linotype"/>
              </a:rPr>
              <a:t>the</a:t>
            </a:r>
            <a:r>
              <a:rPr sz="1800" spc="-2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conclusion</a:t>
            </a:r>
            <a:endParaRPr sz="1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9006" y="6499123"/>
            <a:ext cx="83820" cy="838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1420" y="609473"/>
            <a:ext cx="3314827" cy="5880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26207" y="762965"/>
            <a:ext cx="32931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37906" y="6419210"/>
            <a:ext cx="243840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spc="-100" dirty="0">
                <a:solidFill>
                  <a:srgbClr val="585858"/>
                </a:solidFill>
                <a:latin typeface="Verdana"/>
                <a:cs typeface="Verdana"/>
              </a:rPr>
              <a:t>21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D38EB-8BAC-7D7D-026B-5C80A0FEAF06}"/>
              </a:ext>
            </a:extLst>
          </p:cNvPr>
          <p:cNvSpPr txBox="1"/>
          <p:nvPr/>
        </p:nvSpPr>
        <p:spPr>
          <a:xfrm>
            <a:off x="1866455" y="2023487"/>
            <a:ext cx="5846826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pc="-125" dirty="0">
                <a:solidFill>
                  <a:srgbClr val="7E7E7E"/>
                </a:solidFill>
                <a:latin typeface="Verdana"/>
                <a:cs typeface="Verdana"/>
              </a:rPr>
              <a:t>Use</a:t>
            </a:r>
            <a:r>
              <a:rPr lang="en-US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pc="-5" dirty="0">
                <a:solidFill>
                  <a:srgbClr val="7E7E7E"/>
                </a:solidFill>
                <a:latin typeface="Verdana"/>
                <a:cs typeface="Verdana"/>
              </a:rPr>
              <a:t>lat</a:t>
            </a:r>
            <a:r>
              <a:rPr lang="en-US" spc="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US" spc="-270" dirty="0">
                <a:solidFill>
                  <a:srgbClr val="7E7E7E"/>
                </a:solidFill>
                <a:latin typeface="Verdana"/>
                <a:cs typeface="Verdana"/>
              </a:rPr>
              <a:t>x</a:t>
            </a:r>
            <a:r>
              <a:rPr lang="en-US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pc="5" dirty="0">
                <a:solidFill>
                  <a:srgbClr val="7E7E7E"/>
                </a:solidFill>
                <a:latin typeface="Verdana"/>
                <a:cs typeface="Verdana"/>
              </a:rPr>
              <a:t>template</a:t>
            </a:r>
            <a:r>
              <a:rPr lang="en-US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pc="-95" dirty="0">
                <a:solidFill>
                  <a:srgbClr val="7E7E7E"/>
                </a:solidFill>
                <a:latin typeface="Verdana"/>
                <a:cs typeface="Verdana"/>
              </a:rPr>
              <a:t>for</a:t>
            </a:r>
            <a:r>
              <a:rPr lang="en-US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pc="5" dirty="0">
                <a:solidFill>
                  <a:srgbClr val="7E7E7E"/>
                </a:solidFill>
                <a:latin typeface="Verdana"/>
                <a:cs typeface="Verdana"/>
              </a:rPr>
              <a:t>reference</a:t>
            </a:r>
            <a:r>
              <a:rPr lang="en-US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pc="-50" dirty="0">
                <a:solidFill>
                  <a:srgbClr val="7E7E7E"/>
                </a:solidFill>
                <a:latin typeface="Verdana"/>
                <a:cs typeface="Verdana"/>
              </a:rPr>
              <a:t>format</a:t>
            </a:r>
            <a:endParaRPr lang="en-US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pc="-55" dirty="0">
                <a:solidFill>
                  <a:srgbClr val="7E7E7E"/>
                </a:solidFill>
                <a:latin typeface="Verdana"/>
                <a:cs typeface="Verdana"/>
              </a:rPr>
              <a:t>Learn</a:t>
            </a:r>
            <a:r>
              <a:rPr lang="en-US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pc="25" dirty="0" err="1">
                <a:solidFill>
                  <a:srgbClr val="7E7E7E"/>
                </a:solidFill>
                <a:latin typeface="Verdana"/>
                <a:cs typeface="Verdana"/>
              </a:rPr>
              <a:t>bi</a:t>
            </a:r>
            <a:r>
              <a:rPr lang="en-US" spc="30" dirty="0" err="1">
                <a:solidFill>
                  <a:srgbClr val="7E7E7E"/>
                </a:solidFill>
                <a:latin typeface="Verdana"/>
                <a:cs typeface="Verdana"/>
              </a:rPr>
              <a:t>b</a:t>
            </a:r>
            <a:r>
              <a:rPr lang="en-US" spc="-125" dirty="0" err="1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lang="en-US" spc="-70" dirty="0" err="1">
                <a:solidFill>
                  <a:srgbClr val="7E7E7E"/>
                </a:solidFill>
                <a:latin typeface="Verdana"/>
                <a:cs typeface="Verdana"/>
              </a:rPr>
              <a:t>ex</a:t>
            </a:r>
            <a:endParaRPr lang="en-US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pc="-55" dirty="0">
                <a:solidFill>
                  <a:srgbClr val="7E7E7E"/>
                </a:solidFill>
                <a:latin typeface="Verdana"/>
                <a:cs typeface="Verdana"/>
              </a:rPr>
              <a:t>Look</a:t>
            </a:r>
            <a:r>
              <a:rPr lang="en-US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pc="3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lang="en-US" spc="2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lang="en-US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pc="-120" dirty="0">
                <a:solidFill>
                  <a:srgbClr val="7E7E7E"/>
                </a:solidFill>
                <a:latin typeface="Verdana"/>
                <a:cs typeface="Verdana"/>
              </a:rPr>
              <a:t>sof</a:t>
            </a:r>
            <a:r>
              <a:rPr lang="en-US" spc="-9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lang="en-US" spc="5" dirty="0">
                <a:solidFill>
                  <a:srgbClr val="7E7E7E"/>
                </a:solidFill>
                <a:latin typeface="Verdana"/>
                <a:cs typeface="Verdana"/>
              </a:rPr>
              <a:t>war</a:t>
            </a:r>
            <a:r>
              <a:rPr lang="en-US" spc="1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lang="en-US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pc="-40" dirty="0">
                <a:solidFill>
                  <a:srgbClr val="7E7E7E"/>
                </a:solidFill>
                <a:latin typeface="Verdana"/>
                <a:cs typeface="Verdana"/>
              </a:rPr>
              <a:t>such</a:t>
            </a:r>
            <a:r>
              <a:rPr lang="en-US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pc="-7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lang="en-US" spc="-6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lang="en-US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lang="en-US" spc="35" dirty="0" err="1">
                <a:solidFill>
                  <a:srgbClr val="7E7E7E"/>
                </a:solidFill>
                <a:latin typeface="Verdana"/>
                <a:cs typeface="Verdana"/>
              </a:rPr>
              <a:t>JabRef</a:t>
            </a:r>
            <a:endParaRPr lang="en-US" dirty="0">
              <a:latin typeface="Verdana"/>
              <a:cs typeface="Verdana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9006" y="6499123"/>
            <a:ext cx="83820" cy="838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325" y="6499859"/>
            <a:ext cx="85090" cy="8381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94460" y="737438"/>
            <a:ext cx="6348730" cy="1915795"/>
            <a:chOff x="1394460" y="737438"/>
            <a:chExt cx="6348730" cy="191579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7792" y="737438"/>
              <a:ext cx="3313049" cy="588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4460" y="1113917"/>
              <a:ext cx="2348356" cy="15389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0924" y="1113917"/>
              <a:ext cx="1342644" cy="15389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41420" y="1113917"/>
              <a:ext cx="1982597" cy="153898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02125" y="1113917"/>
              <a:ext cx="1341120" cy="153898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21225" y="1113917"/>
              <a:ext cx="3021965" cy="153898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19123" y="228213"/>
            <a:ext cx="6890385" cy="1655197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60045" marR="5080" indent="-347980" algn="ctr">
              <a:lnSpc>
                <a:spcPct val="101299"/>
              </a:lnSpc>
              <a:spcBef>
                <a:spcPts val="15"/>
              </a:spcBef>
            </a:pPr>
            <a:r>
              <a:rPr dirty="0"/>
              <a:t>References</a:t>
            </a:r>
            <a:r>
              <a:rPr spc="-85" dirty="0"/>
              <a:t> </a:t>
            </a:r>
            <a:br>
              <a:rPr lang="en-US" spc="-85" dirty="0"/>
            </a:br>
            <a:r>
              <a:rPr spc="-5" dirty="0"/>
              <a:t>(For </a:t>
            </a:r>
            <a:r>
              <a:rPr spc="-1335" dirty="0"/>
              <a:t> </a:t>
            </a:r>
            <a:r>
              <a:rPr dirty="0"/>
              <a:t>This</a:t>
            </a:r>
            <a:r>
              <a:rPr lang="en-US" spc="-30" dirty="0"/>
              <a:t> </a:t>
            </a:r>
            <a:r>
              <a:rPr dirty="0"/>
              <a:t>Lecture)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C</a:t>
            </a:r>
            <a:r>
              <a:rPr spc="-90" dirty="0"/>
              <a:t>OS7</a:t>
            </a:r>
            <a:r>
              <a:rPr spc="-85" dirty="0"/>
              <a:t>0</a:t>
            </a:r>
            <a:r>
              <a:rPr spc="-100" dirty="0"/>
              <a:t>0</a:t>
            </a:r>
            <a:r>
              <a:rPr spc="-95" dirty="0"/>
              <a:t> </a:t>
            </a:r>
            <a:r>
              <a:rPr spc="-105" dirty="0"/>
              <a:t>R</a:t>
            </a:r>
            <a:r>
              <a:rPr spc="5" dirty="0"/>
              <a:t>esearch</a:t>
            </a:r>
            <a:r>
              <a:rPr spc="-90" dirty="0"/>
              <a:t> </a:t>
            </a:r>
            <a:r>
              <a:rPr spc="20" dirty="0"/>
              <a:t>Meth</a:t>
            </a:r>
            <a:r>
              <a:rPr spc="25" dirty="0"/>
              <a:t>o</a:t>
            </a:r>
            <a:r>
              <a:rPr spc="70" dirty="0"/>
              <a:t>d</a:t>
            </a:r>
            <a:r>
              <a:rPr spc="-160" dirty="0"/>
              <a:t>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137906" y="6419210"/>
            <a:ext cx="243840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spc="-100" dirty="0">
                <a:solidFill>
                  <a:srgbClr val="585858"/>
                </a:solidFill>
                <a:latin typeface="Verdana"/>
                <a:cs typeface="Verdana"/>
              </a:rPr>
              <a:t>23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3240" y="2391283"/>
            <a:ext cx="7847330" cy="2833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4353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8935" algn="l"/>
              </a:tabLst>
            </a:pPr>
            <a:r>
              <a:rPr sz="2400" spc="-25" dirty="0">
                <a:solidFill>
                  <a:srgbClr val="7E7E7E"/>
                </a:solidFill>
                <a:latin typeface="Verdana"/>
                <a:cs typeface="Verdana"/>
              </a:rPr>
              <a:t>“Constructing</a:t>
            </a:r>
            <a:r>
              <a:rPr sz="2400" spc="32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400" spc="3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50" dirty="0">
                <a:solidFill>
                  <a:srgbClr val="7E7E7E"/>
                </a:solidFill>
                <a:latin typeface="Verdana"/>
                <a:cs typeface="Verdana"/>
              </a:rPr>
              <a:t>Good</a:t>
            </a:r>
            <a:r>
              <a:rPr sz="2400" spc="34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7E7E7E"/>
                </a:solidFill>
                <a:latin typeface="Verdana"/>
                <a:cs typeface="Verdana"/>
              </a:rPr>
              <a:t>Dissertation”,</a:t>
            </a:r>
            <a:r>
              <a:rPr sz="2400" spc="3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40" dirty="0">
                <a:solidFill>
                  <a:srgbClr val="7E7E7E"/>
                </a:solidFill>
                <a:latin typeface="Verdana"/>
                <a:cs typeface="Verdana"/>
              </a:rPr>
              <a:t>Erik</a:t>
            </a:r>
            <a:r>
              <a:rPr sz="2400" spc="3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7E7E7E"/>
                </a:solidFill>
                <a:latin typeface="Verdana"/>
                <a:cs typeface="Verdana"/>
              </a:rPr>
              <a:t>Hofstee,</a:t>
            </a:r>
            <a:endParaRPr sz="2400" dirty="0">
              <a:latin typeface="Verdana"/>
              <a:cs typeface="Verdana"/>
            </a:endParaRPr>
          </a:p>
          <a:p>
            <a:pPr marL="368300" algn="just">
              <a:lnSpc>
                <a:spcPct val="100000"/>
              </a:lnSpc>
            </a:pPr>
            <a:r>
              <a:rPr sz="2400" spc="-204" dirty="0">
                <a:solidFill>
                  <a:srgbClr val="7E7E7E"/>
                </a:solidFill>
                <a:latin typeface="Verdana"/>
                <a:cs typeface="Verdana"/>
              </a:rPr>
              <a:t>200</a:t>
            </a:r>
            <a:r>
              <a:rPr sz="2400" spc="-195" dirty="0">
                <a:solidFill>
                  <a:srgbClr val="7E7E7E"/>
                </a:solidFill>
                <a:latin typeface="Verdana"/>
                <a:cs typeface="Verdana"/>
              </a:rPr>
              <a:t>6</a:t>
            </a:r>
            <a:r>
              <a:rPr sz="2400" spc="-210" dirty="0">
                <a:solidFill>
                  <a:srgbClr val="7E7E7E"/>
                </a:solidFill>
                <a:latin typeface="Verdana"/>
                <a:cs typeface="Verdana"/>
              </a:rPr>
              <a:t>,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Verdana"/>
                <a:cs typeface="Verdana"/>
              </a:rPr>
              <a:t>Exactica.</a:t>
            </a:r>
            <a:endParaRPr sz="2400" dirty="0">
              <a:latin typeface="Verdana"/>
              <a:cs typeface="Verdana"/>
            </a:endParaRPr>
          </a:p>
          <a:p>
            <a:pPr marL="368300" marR="19050" indent="-343535" algn="just">
              <a:lnSpc>
                <a:spcPct val="100200"/>
              </a:lnSpc>
              <a:spcBef>
                <a:spcPts val="715"/>
              </a:spcBef>
              <a:buFont typeface="Arial MT"/>
              <a:buChar char="•"/>
              <a:tabLst>
                <a:tab pos="368935" algn="l"/>
              </a:tabLst>
            </a:pPr>
            <a:r>
              <a:rPr sz="2400" spc="-70" dirty="0">
                <a:solidFill>
                  <a:srgbClr val="7E7E7E"/>
                </a:solidFill>
                <a:latin typeface="Verdana"/>
                <a:cs typeface="Verdana"/>
              </a:rPr>
              <a:t>“Information</a:t>
            </a:r>
            <a:r>
              <a:rPr sz="2400" spc="-6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7E7E7E"/>
                </a:solidFill>
                <a:latin typeface="Verdana"/>
                <a:cs typeface="Verdana"/>
              </a:rPr>
              <a:t>Technology</a:t>
            </a:r>
            <a:r>
              <a:rPr sz="2400" spc="-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7E7E7E"/>
                </a:solidFill>
                <a:latin typeface="Verdana"/>
                <a:cs typeface="Verdana"/>
              </a:rPr>
              <a:t>Research:</a:t>
            </a:r>
            <a:r>
              <a:rPr sz="2400" spc="-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7E7E7E"/>
                </a:solidFill>
                <a:latin typeface="Verdana"/>
                <a:cs typeface="Verdana"/>
              </a:rPr>
              <a:t>A </a:t>
            </a:r>
            <a:r>
              <a:rPr sz="2400" spc="35" dirty="0">
                <a:solidFill>
                  <a:srgbClr val="7E7E7E"/>
                </a:solidFill>
                <a:latin typeface="Verdana"/>
                <a:cs typeface="Verdana"/>
              </a:rPr>
              <a:t>practical </a:t>
            </a:r>
            <a:r>
              <a:rPr sz="2400" spc="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7E7E7E"/>
                </a:solidFill>
                <a:latin typeface="Verdana"/>
                <a:cs typeface="Verdana"/>
              </a:rPr>
              <a:t>guide 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for</a:t>
            </a:r>
            <a:r>
              <a:rPr sz="2400" spc="-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7E7E7E"/>
                </a:solidFill>
                <a:latin typeface="Verdana"/>
                <a:cs typeface="Verdana"/>
              </a:rPr>
              <a:t>Computer </a:t>
            </a:r>
            <a:r>
              <a:rPr sz="2400" spc="20" dirty="0">
                <a:solidFill>
                  <a:srgbClr val="7E7E7E"/>
                </a:solidFill>
                <a:latin typeface="Verdana"/>
                <a:cs typeface="Verdana"/>
              </a:rPr>
              <a:t>Science </a:t>
            </a:r>
            <a:r>
              <a:rPr sz="2400" spc="90" dirty="0">
                <a:solidFill>
                  <a:srgbClr val="7E7E7E"/>
                </a:solidFill>
                <a:latin typeface="Verdana"/>
                <a:cs typeface="Verdana"/>
              </a:rPr>
              <a:t>and </a:t>
            </a:r>
            <a:r>
              <a:rPr sz="2400" spc="-90" dirty="0">
                <a:solidFill>
                  <a:srgbClr val="7E7E7E"/>
                </a:solidFill>
                <a:latin typeface="Verdana"/>
                <a:cs typeface="Verdana"/>
              </a:rPr>
              <a:t>Informatics”, </a:t>
            </a:r>
            <a:r>
              <a:rPr sz="2400" spc="-8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190" dirty="0">
                <a:solidFill>
                  <a:srgbClr val="7E7E7E"/>
                </a:solidFill>
                <a:latin typeface="Verdana"/>
                <a:cs typeface="Verdana"/>
              </a:rPr>
              <a:t>Ma</a:t>
            </a:r>
            <a:r>
              <a:rPr sz="2400" spc="-170" dirty="0">
                <a:solidFill>
                  <a:srgbClr val="7E7E7E"/>
                </a:solidFill>
                <a:latin typeface="Verdana"/>
                <a:cs typeface="Verdana"/>
              </a:rPr>
              <a:t>rtin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434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229" dirty="0">
                <a:solidFill>
                  <a:srgbClr val="7E7E7E"/>
                </a:solidFill>
                <a:latin typeface="Verdana"/>
                <a:cs typeface="Verdana"/>
              </a:rPr>
              <a:t>.</a:t>
            </a:r>
            <a:r>
              <a:rPr sz="2400" spc="-19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7E7E7E"/>
                </a:solidFill>
                <a:latin typeface="Verdana"/>
                <a:cs typeface="Verdana"/>
              </a:rPr>
              <a:t>Olivier</a:t>
            </a:r>
            <a:r>
              <a:rPr sz="2400" spc="-85" dirty="0">
                <a:solidFill>
                  <a:srgbClr val="7E7E7E"/>
                </a:solidFill>
                <a:latin typeface="Verdana"/>
                <a:cs typeface="Verdana"/>
              </a:rPr>
              <a:t>,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7E7E7E"/>
                </a:solidFill>
                <a:latin typeface="Verdana"/>
                <a:cs typeface="Verdana"/>
              </a:rPr>
              <a:t>3</a:t>
            </a:r>
            <a:r>
              <a:rPr sz="2325" spc="-82" baseline="21505" dirty="0">
                <a:solidFill>
                  <a:srgbClr val="7E7E7E"/>
                </a:solidFill>
                <a:latin typeface="Verdana"/>
                <a:cs typeface="Verdana"/>
              </a:rPr>
              <a:t>rd</a:t>
            </a:r>
            <a:r>
              <a:rPr sz="2325" spc="-157" baseline="2150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7E7E7E"/>
                </a:solidFill>
                <a:latin typeface="Verdana"/>
                <a:cs typeface="Verdana"/>
              </a:rPr>
              <a:t>edition,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225" dirty="0">
                <a:solidFill>
                  <a:srgbClr val="7E7E7E"/>
                </a:solidFill>
                <a:latin typeface="Verdana"/>
                <a:cs typeface="Verdana"/>
              </a:rPr>
              <a:t>2009</a:t>
            </a:r>
            <a:r>
              <a:rPr sz="2400" spc="-125" dirty="0">
                <a:solidFill>
                  <a:srgbClr val="7E7E7E"/>
                </a:solidFill>
                <a:latin typeface="Verdana"/>
                <a:cs typeface="Verdana"/>
              </a:rPr>
              <a:t>,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7E7E7E"/>
                </a:solidFill>
                <a:latin typeface="Verdana"/>
                <a:cs typeface="Verdana"/>
              </a:rPr>
              <a:t>V</a:t>
            </a:r>
            <a:r>
              <a:rPr sz="2400" spc="6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2400" spc="70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2400" spc="-18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2400" spc="-6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haik.</a:t>
            </a:r>
            <a:endParaRPr sz="2400" dirty="0">
              <a:latin typeface="Verdana"/>
              <a:cs typeface="Verdana"/>
            </a:endParaRPr>
          </a:p>
          <a:p>
            <a:pPr marL="368300" marR="21590" indent="-343535" algn="just">
              <a:lnSpc>
                <a:spcPct val="102099"/>
              </a:lnSpc>
              <a:spcBef>
                <a:spcPts val="1095"/>
              </a:spcBef>
              <a:buFont typeface="Arial MT"/>
              <a:buChar char="•"/>
              <a:tabLst>
                <a:tab pos="368935" algn="l"/>
              </a:tabLst>
            </a:pPr>
            <a:r>
              <a:rPr sz="2400" spc="-145" dirty="0">
                <a:solidFill>
                  <a:srgbClr val="7E7E7E"/>
                </a:solidFill>
                <a:latin typeface="Verdana"/>
                <a:cs typeface="Verdana"/>
              </a:rPr>
              <a:t>Slides 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from </a:t>
            </a:r>
            <a:r>
              <a:rPr sz="2400" spc="-80" dirty="0">
                <a:solidFill>
                  <a:srgbClr val="7E7E7E"/>
                </a:solidFill>
                <a:latin typeface="Verdana"/>
                <a:cs typeface="Verdana"/>
              </a:rPr>
              <a:t>Prof </a:t>
            </a:r>
            <a:r>
              <a:rPr sz="2400" spc="-60" dirty="0">
                <a:solidFill>
                  <a:srgbClr val="7E7E7E"/>
                </a:solidFill>
                <a:latin typeface="Verdana"/>
                <a:cs typeface="Verdana"/>
              </a:rPr>
              <a:t>Katherine </a:t>
            </a:r>
            <a:r>
              <a:rPr sz="2400" spc="65" dirty="0">
                <a:solidFill>
                  <a:srgbClr val="7E7E7E"/>
                </a:solidFill>
                <a:latin typeface="Verdana"/>
                <a:cs typeface="Verdana"/>
              </a:rPr>
              <a:t>Malan </a:t>
            </a:r>
            <a:r>
              <a:rPr sz="2400" spc="70" dirty="0">
                <a:solidFill>
                  <a:srgbClr val="7E7E7E"/>
                </a:solidFill>
                <a:latin typeface="Verdana"/>
                <a:cs typeface="Verdana"/>
              </a:rPr>
              <a:t>(adapted </a:t>
            </a:r>
            <a:r>
              <a:rPr sz="2400" spc="-95" dirty="0">
                <a:solidFill>
                  <a:srgbClr val="7E7E7E"/>
                </a:solidFill>
                <a:latin typeface="Verdana"/>
                <a:cs typeface="Verdana"/>
              </a:rPr>
              <a:t>for </a:t>
            </a:r>
            <a:r>
              <a:rPr sz="2400" spc="-175" dirty="0">
                <a:solidFill>
                  <a:srgbClr val="7E7E7E"/>
                </a:solidFill>
                <a:latin typeface="Verdana"/>
                <a:cs typeface="Verdana"/>
              </a:rPr>
              <a:t>this </a:t>
            </a:r>
            <a:r>
              <a:rPr sz="2400" spc="-8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7E7E7E"/>
                </a:solidFill>
                <a:latin typeface="Verdana"/>
                <a:cs typeface="Verdana"/>
              </a:rPr>
              <a:t>lecture)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</TotalTime>
  <Words>856</Words>
  <Application>Microsoft Macintosh PowerPoint</Application>
  <PresentationFormat>On-screen Show (4:3)</PresentationFormat>
  <Paragraphs>139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MT</vt:lpstr>
      <vt:lpstr>Calibri</vt:lpstr>
      <vt:lpstr>Courier New</vt:lpstr>
      <vt:lpstr>Palatino Linotype</vt:lpstr>
      <vt:lpstr>Tahoma</vt:lpstr>
      <vt:lpstr>Verdana</vt:lpstr>
      <vt:lpstr>Office Theme</vt:lpstr>
      <vt:lpstr>Lecture 8   Project Report  Date: 22 May 2026</vt:lpstr>
      <vt:lpstr>PowerPoint Presentation</vt:lpstr>
      <vt:lpstr>PowerPoint Presentation</vt:lpstr>
      <vt:lpstr>Abstract</vt:lpstr>
      <vt:lpstr>Introduction</vt:lpstr>
      <vt:lpstr>Introduction(cont)</vt:lpstr>
      <vt:lpstr>Introduction (cont)</vt:lpstr>
      <vt:lpstr>PowerPoint Presentation</vt:lpstr>
      <vt:lpstr>Methodology</vt:lpstr>
      <vt:lpstr>Background</vt:lpstr>
      <vt:lpstr>Related Work</vt:lpstr>
      <vt:lpstr>PowerPoint Presentation</vt:lpstr>
      <vt:lpstr>Conclusion and Future  Work</vt:lpstr>
      <vt:lpstr>References</vt:lpstr>
      <vt:lpstr>References  (For  This Lecture)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 700</dc:title>
  <dc:creator>seani rananga</dc:creator>
  <cp:lastModifiedBy>Mrs. S Rananga</cp:lastModifiedBy>
  <cp:revision>3</cp:revision>
  <dcterms:created xsi:type="dcterms:W3CDTF">2023-05-10T16:06:29Z</dcterms:created>
  <dcterms:modified xsi:type="dcterms:W3CDTF">2026-05-22T16:40:30Z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2022-06-01T00:00:00Z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2023-05-10T00:00:00Z</vt:filetime>
  </property>
</Properties>
</file>